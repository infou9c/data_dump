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24"/>
  </p:notesMasterIdLst>
  <p:sldIdLst>
    <p:sldId id="256" r:id="rId2"/>
    <p:sldId id="257" r:id="rId3"/>
    <p:sldId id="285" r:id="rId4"/>
    <p:sldId id="282" r:id="rId5"/>
    <p:sldId id="275" r:id="rId6"/>
    <p:sldId id="274" r:id="rId7"/>
    <p:sldId id="277" r:id="rId8"/>
    <p:sldId id="279" r:id="rId9"/>
    <p:sldId id="273" r:id="rId10"/>
    <p:sldId id="270" r:id="rId11"/>
    <p:sldId id="258" r:id="rId12"/>
    <p:sldId id="259" r:id="rId13"/>
    <p:sldId id="272" r:id="rId14"/>
    <p:sldId id="271" r:id="rId15"/>
    <p:sldId id="260" r:id="rId16"/>
    <p:sldId id="280" r:id="rId17"/>
    <p:sldId id="262" r:id="rId18"/>
    <p:sldId id="263" r:id="rId19"/>
    <p:sldId id="281" r:id="rId20"/>
    <p:sldId id="268" r:id="rId21"/>
    <p:sldId id="269" r:id="rId22"/>
    <p:sldId id="28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BD28A-EDE1-4922-966F-3AF7757E3FB0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EB6403-09E2-4C0D-9E16-65F02D3CC90C}">
      <dgm:prSet phldrT="[Text]" phldr="0" custT="1"/>
      <dgm:spPr/>
      <dgm:t>
        <a:bodyPr/>
        <a:lstStyle/>
        <a:p>
          <a:r>
            <a:rPr lang="en-US" sz="3200" dirty="0"/>
            <a:t>Practical Minds + Carrer Reediness</a:t>
          </a:r>
        </a:p>
      </dgm:t>
    </dgm:pt>
    <dgm:pt modelId="{3FF7C8F7-657B-40ED-A579-1CF15B7749D6}" type="parTrans" cxnId="{82449C84-2DD0-408B-B917-7302C52767E8}">
      <dgm:prSet/>
      <dgm:spPr/>
      <dgm:t>
        <a:bodyPr/>
        <a:lstStyle/>
        <a:p>
          <a:endParaRPr lang="en-US"/>
        </a:p>
      </dgm:t>
    </dgm:pt>
    <dgm:pt modelId="{F747A642-ECDD-46AB-8A6F-DB1072C491DD}" type="sibTrans" cxnId="{82449C84-2DD0-408B-B917-7302C52767E8}">
      <dgm:prSet/>
      <dgm:spPr/>
      <dgm:t>
        <a:bodyPr/>
        <a:lstStyle/>
        <a:p>
          <a:endParaRPr lang="en-US"/>
        </a:p>
      </dgm:t>
    </dgm:pt>
    <dgm:pt modelId="{C14078BB-86D4-4C4D-ADFE-A994E5FB2EF4}">
      <dgm:prSet phldrT="[Text]" custT="1"/>
      <dgm:spPr/>
      <dgm:t>
        <a:bodyPr/>
        <a:lstStyle/>
        <a:p>
          <a:r>
            <a:rPr lang="en-US" sz="3200" dirty="0"/>
            <a:t>Measurable Business Decision</a:t>
          </a:r>
        </a:p>
      </dgm:t>
    </dgm:pt>
    <dgm:pt modelId="{82FAB188-0F12-4A71-BA22-899F8F82E9BC}" type="parTrans" cxnId="{8359812C-29DF-4852-83AC-DDFCCC8D018F}">
      <dgm:prSet/>
      <dgm:spPr/>
      <dgm:t>
        <a:bodyPr/>
        <a:lstStyle/>
        <a:p>
          <a:endParaRPr lang="en-US"/>
        </a:p>
      </dgm:t>
    </dgm:pt>
    <dgm:pt modelId="{BCA0CB89-ABBF-4A17-B1CB-754BDF13789D}" type="sibTrans" cxnId="{8359812C-29DF-4852-83AC-DDFCCC8D018F}">
      <dgm:prSet/>
      <dgm:spPr/>
      <dgm:t>
        <a:bodyPr/>
        <a:lstStyle/>
        <a:p>
          <a:endParaRPr lang="en-US"/>
        </a:p>
      </dgm:t>
    </dgm:pt>
    <dgm:pt modelId="{11CAAC3E-E18B-4B1F-A0A8-C40635E961EE}">
      <dgm:prSet phldrT="[Text]" phldr="0"/>
      <dgm:spPr/>
      <dgm:t>
        <a:bodyPr/>
        <a:lstStyle/>
        <a:p>
          <a:r>
            <a:rPr lang="en-US" dirty="0"/>
            <a:t>Super 50</a:t>
          </a:r>
        </a:p>
      </dgm:t>
    </dgm:pt>
    <dgm:pt modelId="{6B63219F-1408-4656-86C6-E501BAEE1E21}" type="parTrans" cxnId="{390AF124-E3A2-443D-88FC-B2274AF6B47C}">
      <dgm:prSet/>
      <dgm:spPr/>
      <dgm:t>
        <a:bodyPr/>
        <a:lstStyle/>
        <a:p>
          <a:endParaRPr lang="en-US"/>
        </a:p>
      </dgm:t>
    </dgm:pt>
    <dgm:pt modelId="{42BCA508-3354-434D-B226-77EA12D07AC6}" type="sibTrans" cxnId="{390AF124-E3A2-443D-88FC-B2274AF6B47C}">
      <dgm:prSet/>
      <dgm:spPr/>
      <dgm:t>
        <a:bodyPr/>
        <a:lstStyle/>
        <a:p>
          <a:endParaRPr lang="en-US"/>
        </a:p>
      </dgm:t>
    </dgm:pt>
    <dgm:pt modelId="{48A4A83C-6898-4506-A3A3-4586853BBAA7}" type="pres">
      <dgm:prSet presAssocID="{981BD28A-EDE1-4922-966F-3AF7757E3FB0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415F5F1-05F3-4AA3-A567-54EE3FF723C8}" type="pres">
      <dgm:prSet presAssocID="{11CAAC3E-E18B-4B1F-A0A8-C40635E961EE}" presName="Accent3" presStyleCnt="0"/>
      <dgm:spPr/>
    </dgm:pt>
    <dgm:pt modelId="{8EF9D79B-97E4-4D3E-9F09-FAA3AFC88F19}" type="pres">
      <dgm:prSet presAssocID="{11CAAC3E-E18B-4B1F-A0A8-C40635E961EE}" presName="Accent" presStyleLbl="node1" presStyleIdx="0" presStyleCnt="3"/>
      <dgm:spPr/>
    </dgm:pt>
    <dgm:pt modelId="{955B03B4-F47A-4544-9837-095DBD5258E2}" type="pres">
      <dgm:prSet presAssocID="{11CAAC3E-E18B-4B1F-A0A8-C40635E961EE}" presName="ParentBackground3" presStyleCnt="0"/>
      <dgm:spPr/>
    </dgm:pt>
    <dgm:pt modelId="{F5C0860E-9EEF-4FFE-A70D-A6BA434A689A}" type="pres">
      <dgm:prSet presAssocID="{11CAAC3E-E18B-4B1F-A0A8-C40635E961EE}" presName="ParentBackground" presStyleLbl="fgAcc1" presStyleIdx="0" presStyleCnt="3"/>
      <dgm:spPr/>
    </dgm:pt>
    <dgm:pt modelId="{F7F403D2-68EE-40E4-9991-52EB06F5C1CF}" type="pres">
      <dgm:prSet presAssocID="{11CAAC3E-E18B-4B1F-A0A8-C40635E961EE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4BD7696-78DB-4137-8DAC-EC3B0B8C6384}" type="pres">
      <dgm:prSet presAssocID="{C14078BB-86D4-4C4D-ADFE-A994E5FB2EF4}" presName="Accent2" presStyleCnt="0"/>
      <dgm:spPr/>
    </dgm:pt>
    <dgm:pt modelId="{4D1FAB96-DBA1-486F-9231-255D0C0E7624}" type="pres">
      <dgm:prSet presAssocID="{C14078BB-86D4-4C4D-ADFE-A994E5FB2EF4}" presName="Accent" presStyleLbl="node1" presStyleIdx="1" presStyleCnt="3"/>
      <dgm:spPr/>
    </dgm:pt>
    <dgm:pt modelId="{73EDE75E-142E-4519-B562-A669E438299F}" type="pres">
      <dgm:prSet presAssocID="{C14078BB-86D4-4C4D-ADFE-A994E5FB2EF4}" presName="ParentBackground2" presStyleCnt="0"/>
      <dgm:spPr/>
    </dgm:pt>
    <dgm:pt modelId="{D1AE17AE-D599-4526-BA62-E86D852C2D92}" type="pres">
      <dgm:prSet presAssocID="{C14078BB-86D4-4C4D-ADFE-A994E5FB2EF4}" presName="ParentBackground" presStyleLbl="fgAcc1" presStyleIdx="1" presStyleCnt="3"/>
      <dgm:spPr/>
    </dgm:pt>
    <dgm:pt modelId="{77214DC8-9409-401E-A0B6-79B51F60925F}" type="pres">
      <dgm:prSet presAssocID="{C14078BB-86D4-4C4D-ADFE-A994E5FB2EF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084A2D2-EE11-4479-B9AF-CBA16B6F2DFE}" type="pres">
      <dgm:prSet presAssocID="{59EB6403-09E2-4C0D-9E16-65F02D3CC90C}" presName="Accent1" presStyleCnt="0"/>
      <dgm:spPr/>
    </dgm:pt>
    <dgm:pt modelId="{6B874281-BEAD-4FA3-81E6-919799426718}" type="pres">
      <dgm:prSet presAssocID="{59EB6403-09E2-4C0D-9E16-65F02D3CC90C}" presName="Accent" presStyleLbl="node1" presStyleIdx="2" presStyleCnt="3"/>
      <dgm:spPr/>
    </dgm:pt>
    <dgm:pt modelId="{A20F0A34-97D4-4B2F-AB12-2AC501BBD49F}" type="pres">
      <dgm:prSet presAssocID="{59EB6403-09E2-4C0D-9E16-65F02D3CC90C}" presName="ParentBackground1" presStyleCnt="0"/>
      <dgm:spPr/>
    </dgm:pt>
    <dgm:pt modelId="{FA78AD71-3B0D-4EBF-825C-E8B2C421CCBC}" type="pres">
      <dgm:prSet presAssocID="{59EB6403-09E2-4C0D-9E16-65F02D3CC90C}" presName="ParentBackground" presStyleLbl="fgAcc1" presStyleIdx="2" presStyleCnt="3"/>
      <dgm:spPr/>
    </dgm:pt>
    <dgm:pt modelId="{C7FFB64F-449C-4B4D-BA1D-0EE12EC6BF84}" type="pres">
      <dgm:prSet presAssocID="{59EB6403-09E2-4C0D-9E16-65F02D3CC90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07FE4201-50BA-4231-BC68-3EFBCCECCC16}" type="presOf" srcId="{11CAAC3E-E18B-4B1F-A0A8-C40635E961EE}" destId="{F5C0860E-9EEF-4FFE-A70D-A6BA434A689A}" srcOrd="0" destOrd="0" presId="urn:microsoft.com/office/officeart/2011/layout/CircleProcess"/>
    <dgm:cxn modelId="{390AF124-E3A2-443D-88FC-B2274AF6B47C}" srcId="{981BD28A-EDE1-4922-966F-3AF7757E3FB0}" destId="{11CAAC3E-E18B-4B1F-A0A8-C40635E961EE}" srcOrd="2" destOrd="0" parTransId="{6B63219F-1408-4656-86C6-E501BAEE1E21}" sibTransId="{42BCA508-3354-434D-B226-77EA12D07AC6}"/>
    <dgm:cxn modelId="{8359812C-29DF-4852-83AC-DDFCCC8D018F}" srcId="{981BD28A-EDE1-4922-966F-3AF7757E3FB0}" destId="{C14078BB-86D4-4C4D-ADFE-A994E5FB2EF4}" srcOrd="1" destOrd="0" parTransId="{82FAB188-0F12-4A71-BA22-899F8F82E9BC}" sibTransId="{BCA0CB89-ABBF-4A17-B1CB-754BDF13789D}"/>
    <dgm:cxn modelId="{82449C84-2DD0-408B-B917-7302C52767E8}" srcId="{981BD28A-EDE1-4922-966F-3AF7757E3FB0}" destId="{59EB6403-09E2-4C0D-9E16-65F02D3CC90C}" srcOrd="0" destOrd="0" parTransId="{3FF7C8F7-657B-40ED-A579-1CF15B7749D6}" sibTransId="{F747A642-ECDD-46AB-8A6F-DB1072C491DD}"/>
    <dgm:cxn modelId="{464D818D-601D-440A-AA62-75BACDA67E37}" type="presOf" srcId="{59EB6403-09E2-4C0D-9E16-65F02D3CC90C}" destId="{FA78AD71-3B0D-4EBF-825C-E8B2C421CCBC}" srcOrd="0" destOrd="0" presId="urn:microsoft.com/office/officeart/2011/layout/CircleProcess"/>
    <dgm:cxn modelId="{592D73A4-DE2E-462A-9340-3C18550586A6}" type="presOf" srcId="{11CAAC3E-E18B-4B1F-A0A8-C40635E961EE}" destId="{F7F403D2-68EE-40E4-9991-52EB06F5C1CF}" srcOrd="1" destOrd="0" presId="urn:microsoft.com/office/officeart/2011/layout/CircleProcess"/>
    <dgm:cxn modelId="{ACDB05E2-B867-4F36-A35E-FC4747754658}" type="presOf" srcId="{C14078BB-86D4-4C4D-ADFE-A994E5FB2EF4}" destId="{D1AE17AE-D599-4526-BA62-E86D852C2D92}" srcOrd="0" destOrd="0" presId="urn:microsoft.com/office/officeart/2011/layout/CircleProcess"/>
    <dgm:cxn modelId="{8E0C6CF2-1382-4BF1-836F-A5AED398C62C}" type="presOf" srcId="{59EB6403-09E2-4C0D-9E16-65F02D3CC90C}" destId="{C7FFB64F-449C-4B4D-BA1D-0EE12EC6BF84}" srcOrd="1" destOrd="0" presId="urn:microsoft.com/office/officeart/2011/layout/CircleProcess"/>
    <dgm:cxn modelId="{0767A0FE-0736-4997-B1A2-E425D34676DE}" type="presOf" srcId="{C14078BB-86D4-4C4D-ADFE-A994E5FB2EF4}" destId="{77214DC8-9409-401E-A0B6-79B51F60925F}" srcOrd="1" destOrd="0" presId="urn:microsoft.com/office/officeart/2011/layout/CircleProcess"/>
    <dgm:cxn modelId="{054181FF-7F74-4D25-B0A6-355866194667}" type="presOf" srcId="{981BD28A-EDE1-4922-966F-3AF7757E3FB0}" destId="{48A4A83C-6898-4506-A3A3-4586853BBAA7}" srcOrd="0" destOrd="0" presId="urn:microsoft.com/office/officeart/2011/layout/CircleProcess"/>
    <dgm:cxn modelId="{7D52C6CB-24CB-4147-B8F3-5ADC9F827BE5}" type="presParOf" srcId="{48A4A83C-6898-4506-A3A3-4586853BBAA7}" destId="{8415F5F1-05F3-4AA3-A567-54EE3FF723C8}" srcOrd="0" destOrd="0" presId="urn:microsoft.com/office/officeart/2011/layout/CircleProcess"/>
    <dgm:cxn modelId="{FF0880B9-650B-424D-89B4-07D8C0E125BD}" type="presParOf" srcId="{8415F5F1-05F3-4AA3-A567-54EE3FF723C8}" destId="{8EF9D79B-97E4-4D3E-9F09-FAA3AFC88F19}" srcOrd="0" destOrd="0" presId="urn:microsoft.com/office/officeart/2011/layout/CircleProcess"/>
    <dgm:cxn modelId="{22D92C3F-59DB-4743-B932-0EE1C2356D3A}" type="presParOf" srcId="{48A4A83C-6898-4506-A3A3-4586853BBAA7}" destId="{955B03B4-F47A-4544-9837-095DBD5258E2}" srcOrd="1" destOrd="0" presId="urn:microsoft.com/office/officeart/2011/layout/CircleProcess"/>
    <dgm:cxn modelId="{E9D94CCD-E3DF-43D7-B317-13010E913C0A}" type="presParOf" srcId="{955B03B4-F47A-4544-9837-095DBD5258E2}" destId="{F5C0860E-9EEF-4FFE-A70D-A6BA434A689A}" srcOrd="0" destOrd="0" presId="urn:microsoft.com/office/officeart/2011/layout/CircleProcess"/>
    <dgm:cxn modelId="{EDBD218E-8C94-41DF-BDAD-C8A9E7D28ABC}" type="presParOf" srcId="{48A4A83C-6898-4506-A3A3-4586853BBAA7}" destId="{F7F403D2-68EE-40E4-9991-52EB06F5C1CF}" srcOrd="2" destOrd="0" presId="urn:microsoft.com/office/officeart/2011/layout/CircleProcess"/>
    <dgm:cxn modelId="{F9A0A144-C4E7-4D52-9673-062724251885}" type="presParOf" srcId="{48A4A83C-6898-4506-A3A3-4586853BBAA7}" destId="{44BD7696-78DB-4137-8DAC-EC3B0B8C6384}" srcOrd="3" destOrd="0" presId="urn:microsoft.com/office/officeart/2011/layout/CircleProcess"/>
    <dgm:cxn modelId="{8BBA6EAD-4D2D-41AE-947E-8511B53397EE}" type="presParOf" srcId="{44BD7696-78DB-4137-8DAC-EC3B0B8C6384}" destId="{4D1FAB96-DBA1-486F-9231-255D0C0E7624}" srcOrd="0" destOrd="0" presId="urn:microsoft.com/office/officeart/2011/layout/CircleProcess"/>
    <dgm:cxn modelId="{F80725B0-4CEE-4822-8793-61D224A5FACC}" type="presParOf" srcId="{48A4A83C-6898-4506-A3A3-4586853BBAA7}" destId="{73EDE75E-142E-4519-B562-A669E438299F}" srcOrd="4" destOrd="0" presId="urn:microsoft.com/office/officeart/2011/layout/CircleProcess"/>
    <dgm:cxn modelId="{73CCB22A-B2FE-420C-B733-3B4924BA11F6}" type="presParOf" srcId="{73EDE75E-142E-4519-B562-A669E438299F}" destId="{D1AE17AE-D599-4526-BA62-E86D852C2D92}" srcOrd="0" destOrd="0" presId="urn:microsoft.com/office/officeart/2011/layout/CircleProcess"/>
    <dgm:cxn modelId="{3B672000-7A27-4105-B577-F3E69BA75275}" type="presParOf" srcId="{48A4A83C-6898-4506-A3A3-4586853BBAA7}" destId="{77214DC8-9409-401E-A0B6-79B51F60925F}" srcOrd="5" destOrd="0" presId="urn:microsoft.com/office/officeart/2011/layout/CircleProcess"/>
    <dgm:cxn modelId="{B3327F48-230F-4BD3-B7BB-463513246D2A}" type="presParOf" srcId="{48A4A83C-6898-4506-A3A3-4586853BBAA7}" destId="{0084A2D2-EE11-4479-B9AF-CBA16B6F2DFE}" srcOrd="6" destOrd="0" presId="urn:microsoft.com/office/officeart/2011/layout/CircleProcess"/>
    <dgm:cxn modelId="{05D9993F-D4F5-4685-A5B5-A3B12C69134A}" type="presParOf" srcId="{0084A2D2-EE11-4479-B9AF-CBA16B6F2DFE}" destId="{6B874281-BEAD-4FA3-81E6-919799426718}" srcOrd="0" destOrd="0" presId="urn:microsoft.com/office/officeart/2011/layout/CircleProcess"/>
    <dgm:cxn modelId="{AD2BEFF5-19FC-44D4-9578-FD3AE81C4AED}" type="presParOf" srcId="{48A4A83C-6898-4506-A3A3-4586853BBAA7}" destId="{A20F0A34-97D4-4B2F-AB12-2AC501BBD49F}" srcOrd="7" destOrd="0" presId="urn:microsoft.com/office/officeart/2011/layout/CircleProcess"/>
    <dgm:cxn modelId="{711B3777-61D4-4313-9E7C-57CB8044A30C}" type="presParOf" srcId="{A20F0A34-97D4-4B2F-AB12-2AC501BBD49F}" destId="{FA78AD71-3B0D-4EBF-825C-E8B2C421CCBC}" srcOrd="0" destOrd="0" presId="urn:microsoft.com/office/officeart/2011/layout/CircleProcess"/>
    <dgm:cxn modelId="{AB3E7934-EA4B-4388-8C81-E9F7CA8F4AF6}" type="presParOf" srcId="{48A4A83C-6898-4506-A3A3-4586853BBAA7}" destId="{C7FFB64F-449C-4B4D-BA1D-0EE12EC6BF84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2D3730-A91A-43AD-BD6D-A6A283F5BE0C}" type="doc">
      <dgm:prSet loTypeId="urn:microsoft.com/office/officeart/2018/2/layout/IconLabelList" loCatId="icon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1E57EC-C312-4B12-98BB-78D4EE4E675B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IT Professional</a:t>
          </a:r>
          <a:endParaRPr lang="en-US" dirty="0"/>
        </a:p>
      </dgm:t>
    </dgm:pt>
    <dgm:pt modelId="{FB524C17-B71D-44F5-ABBE-9659CF7745A2}" type="parTrans" cxnId="{33DF102C-BB38-40BE-AD3E-E906863E099F}">
      <dgm:prSet/>
      <dgm:spPr/>
      <dgm:t>
        <a:bodyPr/>
        <a:lstStyle/>
        <a:p>
          <a:endParaRPr lang="en-US"/>
        </a:p>
      </dgm:t>
    </dgm:pt>
    <dgm:pt modelId="{58D01C26-96BD-4260-B8D3-6D985CD5DBF8}" type="sibTrans" cxnId="{33DF102C-BB38-40BE-AD3E-E906863E099F}">
      <dgm:prSet/>
      <dgm:spPr/>
      <dgm:t>
        <a:bodyPr/>
        <a:lstStyle/>
        <a:p>
          <a:endParaRPr lang="en-US"/>
        </a:p>
      </dgm:t>
    </dgm:pt>
    <dgm:pt modelId="{FE861F94-FD83-46D7-BA9D-F4C6046FD7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Data Analytics, AI  &amp; Blockchain </a:t>
          </a:r>
          <a:r>
            <a:rPr lang="pl-PL" sz="2400" dirty="0"/>
            <a:t>Trainer</a:t>
          </a:r>
          <a:endParaRPr lang="en-US" sz="2400" dirty="0"/>
        </a:p>
      </dgm:t>
    </dgm:pt>
    <dgm:pt modelId="{A40E03D6-8775-4DF6-98FB-54B27029F730}" type="parTrans" cxnId="{8A4A859C-956A-4550-8928-D4C091AA4A0C}">
      <dgm:prSet/>
      <dgm:spPr/>
      <dgm:t>
        <a:bodyPr/>
        <a:lstStyle/>
        <a:p>
          <a:endParaRPr lang="en-US"/>
        </a:p>
      </dgm:t>
    </dgm:pt>
    <dgm:pt modelId="{E5946C5B-DC76-4305-883B-98A613E97366}" type="sibTrans" cxnId="{8A4A859C-956A-4550-8928-D4C091AA4A0C}">
      <dgm:prSet/>
      <dgm:spPr/>
      <dgm:t>
        <a:bodyPr/>
        <a:lstStyle/>
        <a:p>
          <a:endParaRPr lang="en-US"/>
        </a:p>
      </dgm:t>
    </dgm:pt>
    <dgm:pt modelId="{94B81FFA-5AE9-461A-A80D-B29AA1F8871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Marathon, </a:t>
          </a:r>
          <a:r>
            <a:rPr lang="pl-PL" sz="2400" dirty="0"/>
            <a:t>Triathlon &amp; Duathlon Athelete</a:t>
          </a:r>
          <a:endParaRPr lang="en-US" sz="2400" dirty="0"/>
        </a:p>
      </dgm:t>
    </dgm:pt>
    <dgm:pt modelId="{A3434C43-8874-4FA1-A26C-518FF0DC879F}" type="parTrans" cxnId="{BC40CD07-E59B-48A4-96EC-9B6B804C6AC8}">
      <dgm:prSet/>
      <dgm:spPr/>
      <dgm:t>
        <a:bodyPr/>
        <a:lstStyle/>
        <a:p>
          <a:endParaRPr lang="en-US"/>
        </a:p>
      </dgm:t>
    </dgm:pt>
    <dgm:pt modelId="{04938783-CFC0-41D3-A4EE-D1BB0610899C}" type="sibTrans" cxnId="{BC40CD07-E59B-48A4-96EC-9B6B804C6AC8}">
      <dgm:prSet/>
      <dgm:spPr/>
      <dgm:t>
        <a:bodyPr/>
        <a:lstStyle/>
        <a:p>
          <a:endParaRPr lang="en-US"/>
        </a:p>
      </dgm:t>
    </dgm:pt>
    <dgm:pt modelId="{577561D9-464F-4B6D-B54B-7108D9F9B5A0}" type="pres">
      <dgm:prSet presAssocID="{FB2D3730-A91A-43AD-BD6D-A6A283F5BE0C}" presName="root" presStyleCnt="0">
        <dgm:presLayoutVars>
          <dgm:dir/>
          <dgm:resizeHandles val="exact"/>
        </dgm:presLayoutVars>
      </dgm:prSet>
      <dgm:spPr/>
    </dgm:pt>
    <dgm:pt modelId="{1312E771-9B04-476B-AF36-864443CE0C4B}" type="pres">
      <dgm:prSet presAssocID="{811E57EC-C312-4B12-98BB-78D4EE4E675B}" presName="compNode" presStyleCnt="0"/>
      <dgm:spPr/>
    </dgm:pt>
    <dgm:pt modelId="{BE349D3B-7D40-4D5D-8738-153549EE7B76}" type="pres">
      <dgm:prSet presAssocID="{811E57EC-C312-4B12-98BB-78D4EE4E675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F18C05A-A124-4B57-98D7-236DF50F10F5}" type="pres">
      <dgm:prSet presAssocID="{811E57EC-C312-4B12-98BB-78D4EE4E675B}" presName="spaceRect" presStyleCnt="0"/>
      <dgm:spPr/>
    </dgm:pt>
    <dgm:pt modelId="{764BFA39-0470-4387-A5B7-BDB6E26C74E3}" type="pres">
      <dgm:prSet presAssocID="{811E57EC-C312-4B12-98BB-78D4EE4E675B}" presName="textRect" presStyleLbl="revTx" presStyleIdx="0" presStyleCnt="3">
        <dgm:presLayoutVars>
          <dgm:chMax val="1"/>
          <dgm:chPref val="1"/>
        </dgm:presLayoutVars>
      </dgm:prSet>
      <dgm:spPr/>
    </dgm:pt>
    <dgm:pt modelId="{105AC9D7-1878-4DDA-B6E4-851F7F48279C}" type="pres">
      <dgm:prSet presAssocID="{58D01C26-96BD-4260-B8D3-6D985CD5DBF8}" presName="sibTrans" presStyleCnt="0"/>
      <dgm:spPr/>
    </dgm:pt>
    <dgm:pt modelId="{62E6C0FD-3C94-40C1-91C5-D53F07CB8962}" type="pres">
      <dgm:prSet presAssocID="{FE861F94-FD83-46D7-BA9D-F4C6046FD788}" presName="compNode" presStyleCnt="0"/>
      <dgm:spPr/>
    </dgm:pt>
    <dgm:pt modelId="{E47151BE-3EEF-4F0D-A825-47ACC166FF54}" type="pres">
      <dgm:prSet presAssocID="{FE861F94-FD83-46D7-BA9D-F4C6046FD78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DB976B0-DDE6-4889-89BA-B0E2D7F37E90}" type="pres">
      <dgm:prSet presAssocID="{FE861F94-FD83-46D7-BA9D-F4C6046FD788}" presName="spaceRect" presStyleCnt="0"/>
      <dgm:spPr/>
    </dgm:pt>
    <dgm:pt modelId="{890D304E-1538-494A-B5E1-CA7B212DE7E9}" type="pres">
      <dgm:prSet presAssocID="{FE861F94-FD83-46D7-BA9D-F4C6046FD788}" presName="textRect" presStyleLbl="revTx" presStyleIdx="1" presStyleCnt="3">
        <dgm:presLayoutVars>
          <dgm:chMax val="1"/>
          <dgm:chPref val="1"/>
        </dgm:presLayoutVars>
      </dgm:prSet>
      <dgm:spPr/>
    </dgm:pt>
    <dgm:pt modelId="{3FC2495B-C561-4A22-83BD-232C9845C11A}" type="pres">
      <dgm:prSet presAssocID="{E5946C5B-DC76-4305-883B-98A613E97366}" presName="sibTrans" presStyleCnt="0"/>
      <dgm:spPr/>
    </dgm:pt>
    <dgm:pt modelId="{ED8DE1B3-0CC4-429D-ADF4-DBD45A685598}" type="pres">
      <dgm:prSet presAssocID="{94B81FFA-5AE9-461A-A80D-B29AA1F88714}" presName="compNode" presStyleCnt="0"/>
      <dgm:spPr/>
    </dgm:pt>
    <dgm:pt modelId="{0F45467D-1A14-43EB-A646-6EB86C6D4871}" type="pres">
      <dgm:prSet presAssocID="{94B81FFA-5AE9-461A-A80D-B29AA1F8871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43173AA0-526D-4A7E-80C8-F5313949780D}" type="pres">
      <dgm:prSet presAssocID="{94B81FFA-5AE9-461A-A80D-B29AA1F88714}" presName="spaceRect" presStyleCnt="0"/>
      <dgm:spPr/>
    </dgm:pt>
    <dgm:pt modelId="{DA0C7B62-6CFA-4903-8F73-6BAA8F414322}" type="pres">
      <dgm:prSet presAssocID="{94B81FFA-5AE9-461A-A80D-B29AA1F88714}" presName="textRect" presStyleLbl="revTx" presStyleIdx="2" presStyleCnt="3" custLinFactNeighborX="10262" custLinFactNeighborY="-1644">
        <dgm:presLayoutVars>
          <dgm:chMax val="1"/>
          <dgm:chPref val="1"/>
        </dgm:presLayoutVars>
      </dgm:prSet>
      <dgm:spPr/>
    </dgm:pt>
  </dgm:ptLst>
  <dgm:cxnLst>
    <dgm:cxn modelId="{BC40CD07-E59B-48A4-96EC-9B6B804C6AC8}" srcId="{FB2D3730-A91A-43AD-BD6D-A6A283F5BE0C}" destId="{94B81FFA-5AE9-461A-A80D-B29AA1F88714}" srcOrd="2" destOrd="0" parTransId="{A3434C43-8874-4FA1-A26C-518FF0DC879F}" sibTransId="{04938783-CFC0-41D3-A4EE-D1BB0610899C}"/>
    <dgm:cxn modelId="{33DF102C-BB38-40BE-AD3E-E906863E099F}" srcId="{FB2D3730-A91A-43AD-BD6D-A6A283F5BE0C}" destId="{811E57EC-C312-4B12-98BB-78D4EE4E675B}" srcOrd="0" destOrd="0" parTransId="{FB524C17-B71D-44F5-ABBE-9659CF7745A2}" sibTransId="{58D01C26-96BD-4260-B8D3-6D985CD5DBF8}"/>
    <dgm:cxn modelId="{687D695C-CA53-44E7-BBA2-875753AEE465}" type="presOf" srcId="{FB2D3730-A91A-43AD-BD6D-A6A283F5BE0C}" destId="{577561D9-464F-4B6D-B54B-7108D9F9B5A0}" srcOrd="0" destOrd="0" presId="urn:microsoft.com/office/officeart/2018/2/layout/IconLabelList"/>
    <dgm:cxn modelId="{01D7A859-1E23-4FCC-8CD4-D27A85388FF3}" type="presOf" srcId="{811E57EC-C312-4B12-98BB-78D4EE4E675B}" destId="{764BFA39-0470-4387-A5B7-BDB6E26C74E3}" srcOrd="0" destOrd="0" presId="urn:microsoft.com/office/officeart/2018/2/layout/IconLabelList"/>
    <dgm:cxn modelId="{C3C1F27D-208D-4E16-847F-49F3E2B529EF}" type="presOf" srcId="{FE861F94-FD83-46D7-BA9D-F4C6046FD788}" destId="{890D304E-1538-494A-B5E1-CA7B212DE7E9}" srcOrd="0" destOrd="0" presId="urn:microsoft.com/office/officeart/2018/2/layout/IconLabelList"/>
    <dgm:cxn modelId="{03AAF692-FB5C-4C02-B78A-2FEDF3E64F1F}" type="presOf" srcId="{94B81FFA-5AE9-461A-A80D-B29AA1F88714}" destId="{DA0C7B62-6CFA-4903-8F73-6BAA8F414322}" srcOrd="0" destOrd="0" presId="urn:microsoft.com/office/officeart/2018/2/layout/IconLabelList"/>
    <dgm:cxn modelId="{8A4A859C-956A-4550-8928-D4C091AA4A0C}" srcId="{FB2D3730-A91A-43AD-BD6D-A6A283F5BE0C}" destId="{FE861F94-FD83-46D7-BA9D-F4C6046FD788}" srcOrd="1" destOrd="0" parTransId="{A40E03D6-8775-4DF6-98FB-54B27029F730}" sibTransId="{E5946C5B-DC76-4305-883B-98A613E97366}"/>
    <dgm:cxn modelId="{42A8EDDC-B57D-4164-8D7A-F88516091CF6}" type="presParOf" srcId="{577561D9-464F-4B6D-B54B-7108D9F9B5A0}" destId="{1312E771-9B04-476B-AF36-864443CE0C4B}" srcOrd="0" destOrd="0" presId="urn:microsoft.com/office/officeart/2018/2/layout/IconLabelList"/>
    <dgm:cxn modelId="{07A5AB88-E60F-4A01-8BBE-C4D48BF36FB8}" type="presParOf" srcId="{1312E771-9B04-476B-AF36-864443CE0C4B}" destId="{BE349D3B-7D40-4D5D-8738-153549EE7B76}" srcOrd="0" destOrd="0" presId="urn:microsoft.com/office/officeart/2018/2/layout/IconLabelList"/>
    <dgm:cxn modelId="{ECB87001-B96B-476B-9F4D-693B9C18474B}" type="presParOf" srcId="{1312E771-9B04-476B-AF36-864443CE0C4B}" destId="{7F18C05A-A124-4B57-98D7-236DF50F10F5}" srcOrd="1" destOrd="0" presId="urn:microsoft.com/office/officeart/2018/2/layout/IconLabelList"/>
    <dgm:cxn modelId="{AEA779ED-CB84-45AA-BB82-FED7A3D018C1}" type="presParOf" srcId="{1312E771-9B04-476B-AF36-864443CE0C4B}" destId="{764BFA39-0470-4387-A5B7-BDB6E26C74E3}" srcOrd="2" destOrd="0" presId="urn:microsoft.com/office/officeart/2018/2/layout/IconLabelList"/>
    <dgm:cxn modelId="{E7581DB9-9AD7-412B-A0B2-0E72DED7C15A}" type="presParOf" srcId="{577561D9-464F-4B6D-B54B-7108D9F9B5A0}" destId="{105AC9D7-1878-4DDA-B6E4-851F7F48279C}" srcOrd="1" destOrd="0" presId="urn:microsoft.com/office/officeart/2018/2/layout/IconLabelList"/>
    <dgm:cxn modelId="{C66E3AB3-9D4D-49E3-8D3D-E2A69545906F}" type="presParOf" srcId="{577561D9-464F-4B6D-B54B-7108D9F9B5A0}" destId="{62E6C0FD-3C94-40C1-91C5-D53F07CB8962}" srcOrd="2" destOrd="0" presId="urn:microsoft.com/office/officeart/2018/2/layout/IconLabelList"/>
    <dgm:cxn modelId="{ED045217-CA3B-4148-82C5-BF81BE9D6640}" type="presParOf" srcId="{62E6C0FD-3C94-40C1-91C5-D53F07CB8962}" destId="{E47151BE-3EEF-4F0D-A825-47ACC166FF54}" srcOrd="0" destOrd="0" presId="urn:microsoft.com/office/officeart/2018/2/layout/IconLabelList"/>
    <dgm:cxn modelId="{73DC80B5-2119-45D9-8A74-E7D03BCA94D1}" type="presParOf" srcId="{62E6C0FD-3C94-40C1-91C5-D53F07CB8962}" destId="{6DB976B0-DDE6-4889-89BA-B0E2D7F37E90}" srcOrd="1" destOrd="0" presId="urn:microsoft.com/office/officeart/2018/2/layout/IconLabelList"/>
    <dgm:cxn modelId="{C1E2CC42-54D5-4E0A-9A38-B00625B590A5}" type="presParOf" srcId="{62E6C0FD-3C94-40C1-91C5-D53F07CB8962}" destId="{890D304E-1538-494A-B5E1-CA7B212DE7E9}" srcOrd="2" destOrd="0" presId="urn:microsoft.com/office/officeart/2018/2/layout/IconLabelList"/>
    <dgm:cxn modelId="{036E5589-C4A1-4FAA-BE57-70DCC9C0353B}" type="presParOf" srcId="{577561D9-464F-4B6D-B54B-7108D9F9B5A0}" destId="{3FC2495B-C561-4A22-83BD-232C9845C11A}" srcOrd="3" destOrd="0" presId="urn:microsoft.com/office/officeart/2018/2/layout/IconLabelList"/>
    <dgm:cxn modelId="{6E02A94E-047C-4B77-8B79-A65F55AD6495}" type="presParOf" srcId="{577561D9-464F-4B6D-B54B-7108D9F9B5A0}" destId="{ED8DE1B3-0CC4-429D-ADF4-DBD45A685598}" srcOrd="4" destOrd="0" presId="urn:microsoft.com/office/officeart/2018/2/layout/IconLabelList"/>
    <dgm:cxn modelId="{C97C3CC9-D123-4E72-8BEB-33ACFA3BCCD5}" type="presParOf" srcId="{ED8DE1B3-0CC4-429D-ADF4-DBD45A685598}" destId="{0F45467D-1A14-43EB-A646-6EB86C6D4871}" srcOrd="0" destOrd="0" presId="urn:microsoft.com/office/officeart/2018/2/layout/IconLabelList"/>
    <dgm:cxn modelId="{4D482C04-75C0-42C7-9EC2-A83CAB827F93}" type="presParOf" srcId="{ED8DE1B3-0CC4-429D-ADF4-DBD45A685598}" destId="{43173AA0-526D-4A7E-80C8-F5313949780D}" srcOrd="1" destOrd="0" presId="urn:microsoft.com/office/officeart/2018/2/layout/IconLabelList"/>
    <dgm:cxn modelId="{9027293F-0EFA-4D15-8D9B-A597BFD9E2EE}" type="presParOf" srcId="{ED8DE1B3-0CC4-429D-ADF4-DBD45A685598}" destId="{DA0C7B62-6CFA-4903-8F73-6BAA8F4143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30F403-8D9F-4E5B-9A12-583DFC82B0D3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823D49-9FAA-44C0-9217-47ECDA139485}">
      <dgm:prSet phldrT="[Text]" phldr="0"/>
      <dgm:spPr/>
      <dgm:t>
        <a:bodyPr/>
        <a:lstStyle/>
        <a:p>
          <a:r>
            <a:rPr lang="en-US" dirty="0"/>
            <a:t>Data Output</a:t>
          </a:r>
        </a:p>
      </dgm:t>
    </dgm:pt>
    <dgm:pt modelId="{585D30E0-9B8E-4248-8601-F710717E48F7}" type="parTrans" cxnId="{C147EF46-3DD1-49DB-8F8C-D601F11C8CF0}">
      <dgm:prSet/>
      <dgm:spPr/>
      <dgm:t>
        <a:bodyPr/>
        <a:lstStyle/>
        <a:p>
          <a:endParaRPr lang="en-US"/>
        </a:p>
      </dgm:t>
    </dgm:pt>
    <dgm:pt modelId="{390DF505-9908-4A19-80CC-18631758BD03}" type="sibTrans" cxnId="{C147EF46-3DD1-49DB-8F8C-D601F11C8CF0}">
      <dgm:prSet/>
      <dgm:spPr/>
      <dgm:t>
        <a:bodyPr/>
        <a:lstStyle/>
        <a:p>
          <a:endParaRPr lang="en-US"/>
        </a:p>
      </dgm:t>
    </dgm:pt>
    <dgm:pt modelId="{8AE78E9E-0E52-433A-A3CE-AC4BEDA48362}">
      <dgm:prSet phldrT="[Text]" phldr="0"/>
      <dgm:spPr/>
      <dgm:t>
        <a:bodyPr/>
        <a:lstStyle/>
        <a:p>
          <a:r>
            <a:rPr lang="en-US" dirty="0"/>
            <a:t>Tables</a:t>
          </a:r>
        </a:p>
      </dgm:t>
    </dgm:pt>
    <dgm:pt modelId="{52240A9E-BD38-471F-906E-36F683B0B455}" type="parTrans" cxnId="{0B7852B1-0BC9-44FE-AC3E-E70D51224B48}">
      <dgm:prSet/>
      <dgm:spPr/>
      <dgm:t>
        <a:bodyPr/>
        <a:lstStyle/>
        <a:p>
          <a:endParaRPr lang="en-US"/>
        </a:p>
      </dgm:t>
    </dgm:pt>
    <dgm:pt modelId="{C7FA24E0-69DD-4997-9285-11E286C97443}" type="sibTrans" cxnId="{0B7852B1-0BC9-44FE-AC3E-E70D51224B48}">
      <dgm:prSet/>
      <dgm:spPr/>
      <dgm:t>
        <a:bodyPr/>
        <a:lstStyle/>
        <a:p>
          <a:endParaRPr lang="en-US"/>
        </a:p>
      </dgm:t>
    </dgm:pt>
    <dgm:pt modelId="{179571F9-2EE9-42E3-A2CF-C9A8A8D2307F}">
      <dgm:prSet phldrT="[Text]" phldr="0"/>
      <dgm:spPr/>
      <dgm:t>
        <a:bodyPr/>
        <a:lstStyle/>
        <a:p>
          <a:r>
            <a:rPr lang="en-US" dirty="0"/>
            <a:t>Visuals</a:t>
          </a:r>
        </a:p>
      </dgm:t>
    </dgm:pt>
    <dgm:pt modelId="{4DF36671-C22A-4C7E-84DE-5CAF16F2E643}" type="parTrans" cxnId="{109D06BC-4243-44EF-9B40-C41F00603150}">
      <dgm:prSet/>
      <dgm:spPr/>
      <dgm:t>
        <a:bodyPr/>
        <a:lstStyle/>
        <a:p>
          <a:endParaRPr lang="en-US"/>
        </a:p>
      </dgm:t>
    </dgm:pt>
    <dgm:pt modelId="{1F9EAEFC-C4B6-46A9-A4FE-ACB57ED28F8D}" type="sibTrans" cxnId="{109D06BC-4243-44EF-9B40-C41F00603150}">
      <dgm:prSet/>
      <dgm:spPr/>
      <dgm:t>
        <a:bodyPr/>
        <a:lstStyle/>
        <a:p>
          <a:endParaRPr lang="en-US"/>
        </a:p>
      </dgm:t>
    </dgm:pt>
    <dgm:pt modelId="{E3CD4F7D-4FD0-4E1E-95EA-A3D88399A055}">
      <dgm:prSet phldrT="[Text]" phldr="0"/>
      <dgm:spPr/>
      <dgm:t>
        <a:bodyPr/>
        <a:lstStyle/>
        <a:p>
          <a:r>
            <a:rPr lang="en-US" dirty="0"/>
            <a:t>Ratings</a:t>
          </a:r>
        </a:p>
      </dgm:t>
    </dgm:pt>
    <dgm:pt modelId="{5B27F3B0-05BD-437A-890E-8BA3BB8DD18D}" type="parTrans" cxnId="{79979316-6767-405D-8C24-A2F399073CA4}">
      <dgm:prSet/>
      <dgm:spPr/>
      <dgm:t>
        <a:bodyPr/>
        <a:lstStyle/>
        <a:p>
          <a:endParaRPr lang="en-US"/>
        </a:p>
      </dgm:t>
    </dgm:pt>
    <dgm:pt modelId="{B116BFA6-EFE6-4DAC-9819-EE960572114E}" type="sibTrans" cxnId="{79979316-6767-405D-8C24-A2F399073CA4}">
      <dgm:prSet/>
      <dgm:spPr/>
      <dgm:t>
        <a:bodyPr/>
        <a:lstStyle/>
        <a:p>
          <a:endParaRPr lang="en-US"/>
        </a:p>
      </dgm:t>
    </dgm:pt>
    <dgm:pt modelId="{46A75689-5A2F-4035-963C-B84D895404C4}">
      <dgm:prSet phldrT="[Text]" phldr="0"/>
      <dgm:spPr/>
      <dgm:t>
        <a:bodyPr/>
        <a:lstStyle/>
        <a:p>
          <a:r>
            <a:rPr lang="en-US" dirty="0"/>
            <a:t>Understand</a:t>
          </a:r>
        </a:p>
      </dgm:t>
    </dgm:pt>
    <dgm:pt modelId="{2DDE387E-3754-472F-95A2-B535E6F17523}" type="parTrans" cxnId="{B6DE2764-0C7F-4BC1-B11A-2B9ADF8A1EB0}">
      <dgm:prSet/>
      <dgm:spPr/>
      <dgm:t>
        <a:bodyPr/>
        <a:lstStyle/>
        <a:p>
          <a:endParaRPr lang="en-US"/>
        </a:p>
      </dgm:t>
    </dgm:pt>
    <dgm:pt modelId="{A8EFC72B-4F3F-497C-B348-7CA85521561D}" type="sibTrans" cxnId="{B6DE2764-0C7F-4BC1-B11A-2B9ADF8A1EB0}">
      <dgm:prSet/>
      <dgm:spPr/>
      <dgm:t>
        <a:bodyPr/>
        <a:lstStyle/>
        <a:p>
          <a:endParaRPr lang="en-US"/>
        </a:p>
      </dgm:t>
    </dgm:pt>
    <dgm:pt modelId="{EDB3A314-A943-44D0-BF51-B6FFE4AC08BA}">
      <dgm:prSet phldrT="[Text]" phldr="0"/>
      <dgm:spPr/>
      <dgm:t>
        <a:bodyPr/>
        <a:lstStyle/>
        <a:p>
          <a:r>
            <a:rPr lang="en-US" dirty="0"/>
            <a:t>Insights</a:t>
          </a:r>
        </a:p>
      </dgm:t>
    </dgm:pt>
    <dgm:pt modelId="{43E8BC11-443F-4076-8B21-D5686C9E4E84}" type="parTrans" cxnId="{86CD553F-5626-4795-8EF8-7C76E9591406}">
      <dgm:prSet/>
      <dgm:spPr/>
      <dgm:t>
        <a:bodyPr/>
        <a:lstStyle/>
        <a:p>
          <a:endParaRPr lang="en-US"/>
        </a:p>
      </dgm:t>
    </dgm:pt>
    <dgm:pt modelId="{71CE5BC4-4276-4082-B68B-A8B109556B9C}" type="sibTrans" cxnId="{86CD553F-5626-4795-8EF8-7C76E9591406}">
      <dgm:prSet/>
      <dgm:spPr/>
      <dgm:t>
        <a:bodyPr/>
        <a:lstStyle/>
        <a:p>
          <a:endParaRPr lang="en-US"/>
        </a:p>
      </dgm:t>
    </dgm:pt>
    <dgm:pt modelId="{4AADAAC8-CF90-4761-9AD7-DCFA803AFA0B}">
      <dgm:prSet phldrT="[Text]" phldr="0"/>
      <dgm:spPr/>
      <dgm:t>
        <a:bodyPr/>
        <a:lstStyle/>
        <a:p>
          <a:r>
            <a:rPr lang="en-US" dirty="0"/>
            <a:t>Patterns</a:t>
          </a:r>
        </a:p>
      </dgm:t>
    </dgm:pt>
    <dgm:pt modelId="{2A0EAE3A-D1E9-42A6-A00D-501444FA42E1}" type="parTrans" cxnId="{AC21ADAC-B1B1-4314-B276-5B6F7530C9B8}">
      <dgm:prSet/>
      <dgm:spPr/>
      <dgm:t>
        <a:bodyPr/>
        <a:lstStyle/>
        <a:p>
          <a:endParaRPr lang="en-US"/>
        </a:p>
      </dgm:t>
    </dgm:pt>
    <dgm:pt modelId="{6E65A6DF-F029-4B5D-9342-95AFDC4C772D}" type="sibTrans" cxnId="{AC21ADAC-B1B1-4314-B276-5B6F7530C9B8}">
      <dgm:prSet/>
      <dgm:spPr/>
      <dgm:t>
        <a:bodyPr/>
        <a:lstStyle/>
        <a:p>
          <a:endParaRPr lang="en-US"/>
        </a:p>
      </dgm:t>
    </dgm:pt>
    <dgm:pt modelId="{DE914EB6-4F39-4EC3-8680-5332A7D1C940}">
      <dgm:prSet phldrT="[Text]" phldr="0"/>
      <dgm:spPr/>
      <dgm:t>
        <a:bodyPr/>
        <a:lstStyle/>
        <a:p>
          <a:r>
            <a:rPr lang="en-US" dirty="0"/>
            <a:t>Decision</a:t>
          </a:r>
        </a:p>
      </dgm:t>
    </dgm:pt>
    <dgm:pt modelId="{5463B09B-A164-49E3-BAB6-DBC076F5E7FE}" type="parTrans" cxnId="{8C4DB4A5-9219-4047-9FD3-7617FB8378F2}">
      <dgm:prSet/>
      <dgm:spPr/>
      <dgm:t>
        <a:bodyPr/>
        <a:lstStyle/>
        <a:p>
          <a:endParaRPr lang="en-US"/>
        </a:p>
      </dgm:t>
    </dgm:pt>
    <dgm:pt modelId="{6FC281B6-4416-4586-AAFC-28EC8B7D6D5A}" type="sibTrans" cxnId="{8C4DB4A5-9219-4047-9FD3-7617FB8378F2}">
      <dgm:prSet/>
      <dgm:spPr/>
      <dgm:t>
        <a:bodyPr/>
        <a:lstStyle/>
        <a:p>
          <a:endParaRPr lang="en-US"/>
        </a:p>
      </dgm:t>
    </dgm:pt>
    <dgm:pt modelId="{0E8D9174-50EC-40DC-9604-67162BC88C39}">
      <dgm:prSet phldrT="[Text]" phldr="0"/>
      <dgm:spPr/>
      <dgm:t>
        <a:bodyPr/>
        <a:lstStyle/>
        <a:p>
          <a:r>
            <a:rPr lang="en-US" dirty="0"/>
            <a:t>Inference</a:t>
          </a:r>
        </a:p>
      </dgm:t>
    </dgm:pt>
    <dgm:pt modelId="{2E0A7991-C0EF-4A6A-976B-1C3489BD49AF}" type="parTrans" cxnId="{C29B08A6-7BDF-4039-BF56-201083296E2F}">
      <dgm:prSet/>
      <dgm:spPr/>
      <dgm:t>
        <a:bodyPr/>
        <a:lstStyle/>
        <a:p>
          <a:endParaRPr lang="en-US"/>
        </a:p>
      </dgm:t>
    </dgm:pt>
    <dgm:pt modelId="{3A3AB6FE-226B-492E-86FE-55594A9D83B3}" type="sibTrans" cxnId="{C29B08A6-7BDF-4039-BF56-201083296E2F}">
      <dgm:prSet/>
      <dgm:spPr/>
      <dgm:t>
        <a:bodyPr/>
        <a:lstStyle/>
        <a:p>
          <a:endParaRPr lang="en-US"/>
        </a:p>
      </dgm:t>
    </dgm:pt>
    <dgm:pt modelId="{CA52A3DA-6B99-4734-A84E-ECA915F54B2C}" type="pres">
      <dgm:prSet presAssocID="{F030F403-8D9F-4E5B-9A12-583DFC82B0D3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249D3665-0EB8-433A-BE9C-EE61CBB349E7}" type="pres">
      <dgm:prSet presAssocID="{F030F403-8D9F-4E5B-9A12-583DFC82B0D3}" presName="arc1" presStyleLbl="node1" presStyleIdx="0" presStyleCnt="4"/>
      <dgm:spPr/>
    </dgm:pt>
    <dgm:pt modelId="{936558F7-E3E3-42CE-8033-66F56ECD9A1B}" type="pres">
      <dgm:prSet presAssocID="{F030F403-8D9F-4E5B-9A12-583DFC82B0D3}" presName="arc3" presStyleLbl="node1" presStyleIdx="1" presStyleCnt="4"/>
      <dgm:spPr/>
    </dgm:pt>
    <dgm:pt modelId="{AE0D3C83-AB08-4A05-BBC3-F0E9475C048F}" type="pres">
      <dgm:prSet presAssocID="{F030F403-8D9F-4E5B-9A12-583DFC82B0D3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7F417CE1-9E62-4389-8D46-A9CF73FC0405}" type="pres">
      <dgm:prSet presAssocID="{F030F403-8D9F-4E5B-9A12-583DFC82B0D3}" presName="arc2" presStyleLbl="node1" presStyleIdx="2" presStyleCnt="4"/>
      <dgm:spPr/>
    </dgm:pt>
    <dgm:pt modelId="{209D6234-98E8-43C1-AAEF-13974BFAB8A7}" type="pres">
      <dgm:prSet presAssocID="{F030F403-8D9F-4E5B-9A12-583DFC82B0D3}" presName="arc4" presStyleLbl="node1" presStyleIdx="3" presStyleCnt="4"/>
      <dgm:spPr/>
    </dgm:pt>
    <dgm:pt modelId="{F66B802A-8B91-48DB-98F4-FAE84E280A19}" type="pres">
      <dgm:prSet presAssocID="{F030F403-8D9F-4E5B-9A12-583DFC82B0D3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5756EE07-868A-4531-8E05-D93BF5CE1E50}" type="pres">
      <dgm:prSet presAssocID="{F030F403-8D9F-4E5B-9A12-583DFC82B0D3}" presName="middleComposite" presStyleCnt="0"/>
      <dgm:spPr/>
    </dgm:pt>
    <dgm:pt modelId="{04651DC8-7ACA-4EB0-9680-DADB05C1B5B5}" type="pres">
      <dgm:prSet presAssocID="{EDB3A314-A943-44D0-BF51-B6FFE4AC08BA}" presName="circ1" presStyleLbl="vennNode1" presStyleIdx="0" presStyleCnt="8"/>
      <dgm:spPr/>
    </dgm:pt>
    <dgm:pt modelId="{1E4442F8-D2AF-4133-AE4D-5F8B3D783B29}" type="pres">
      <dgm:prSet presAssocID="{EDB3A314-A943-44D0-BF51-B6FFE4AC08BA}" presName="circ1Tx" presStyleLbl="revTx" presStyleIdx="1" presStyleCnt="3">
        <dgm:presLayoutVars>
          <dgm:chMax val="0"/>
          <dgm:chPref val="0"/>
        </dgm:presLayoutVars>
      </dgm:prSet>
      <dgm:spPr/>
    </dgm:pt>
    <dgm:pt modelId="{A4305EBF-ED00-42C2-9974-115A56837526}" type="pres">
      <dgm:prSet presAssocID="{4AADAAC8-CF90-4761-9AD7-DCFA803AFA0B}" presName="circ2" presStyleLbl="vennNode1" presStyleIdx="1" presStyleCnt="8"/>
      <dgm:spPr/>
    </dgm:pt>
    <dgm:pt modelId="{79B34131-CBBF-45BA-AC52-A5FA0755E743}" type="pres">
      <dgm:prSet presAssocID="{4AADAAC8-CF90-4761-9AD7-DCFA803AFA0B}" presName="circ2Tx" presStyleLbl="revTx" presStyleIdx="1" presStyleCnt="3">
        <dgm:presLayoutVars>
          <dgm:chMax val="0"/>
          <dgm:chPref val="0"/>
        </dgm:presLayoutVars>
      </dgm:prSet>
      <dgm:spPr/>
    </dgm:pt>
    <dgm:pt modelId="{F397E0C4-E3EF-4372-B97D-748295C8DB41}" type="pres">
      <dgm:prSet presAssocID="{F030F403-8D9F-4E5B-9A12-583DFC82B0D3}" presName="leftComposite" presStyleCnt="0"/>
      <dgm:spPr/>
    </dgm:pt>
    <dgm:pt modelId="{CD26A1F6-71EC-4BBC-8FAD-F5ECD6875CB9}" type="pres">
      <dgm:prSet presAssocID="{8AE78E9E-0E52-433A-A3CE-AC4BEDA48362}" presName="childText1_1" presStyleLbl="vennNode1" presStyleIdx="2" presStyleCnt="8">
        <dgm:presLayoutVars>
          <dgm:chMax val="0"/>
          <dgm:chPref val="0"/>
        </dgm:presLayoutVars>
      </dgm:prSet>
      <dgm:spPr/>
    </dgm:pt>
    <dgm:pt modelId="{5E887D5C-9835-42F9-B0B0-6019555148EA}" type="pres">
      <dgm:prSet presAssocID="{8AE78E9E-0E52-433A-A3CE-AC4BEDA48362}" presName="ellipse1" presStyleLbl="vennNode1" presStyleIdx="3" presStyleCnt="8"/>
      <dgm:spPr/>
    </dgm:pt>
    <dgm:pt modelId="{F296E820-B63D-48E2-B6E1-DA37B638AE09}" type="pres">
      <dgm:prSet presAssocID="{8AE78E9E-0E52-433A-A3CE-AC4BEDA48362}" presName="ellipse2" presStyleLbl="vennNode1" presStyleIdx="4" presStyleCnt="8"/>
      <dgm:spPr/>
    </dgm:pt>
    <dgm:pt modelId="{3867B87F-0A1A-4DCD-805B-4EFC57DD8023}" type="pres">
      <dgm:prSet presAssocID="{179571F9-2EE9-42E3-A2CF-C9A8A8D2307F}" presName="childText1_2" presStyleLbl="vennNode1" presStyleIdx="5" presStyleCnt="8">
        <dgm:presLayoutVars>
          <dgm:chMax val="0"/>
          <dgm:chPref val="0"/>
        </dgm:presLayoutVars>
      </dgm:prSet>
      <dgm:spPr/>
    </dgm:pt>
    <dgm:pt modelId="{C7145BD7-0FB0-490C-A1B9-420344FA4C91}" type="pres">
      <dgm:prSet presAssocID="{179571F9-2EE9-42E3-A2CF-C9A8A8D2307F}" presName="ellipse3" presStyleLbl="vennNode1" presStyleIdx="6" presStyleCnt="8"/>
      <dgm:spPr/>
    </dgm:pt>
    <dgm:pt modelId="{8AD28A58-AAF5-46F6-8163-BDFA32A46B54}" type="pres">
      <dgm:prSet presAssocID="{E3CD4F7D-4FD0-4E1E-95EA-A3D88399A055}" presName="childText1_3" presStyleLbl="vennNode1" presStyleIdx="7" presStyleCnt="8">
        <dgm:presLayoutVars>
          <dgm:chMax val="0"/>
          <dgm:chPref val="0"/>
        </dgm:presLayoutVars>
      </dgm:prSet>
      <dgm:spPr/>
    </dgm:pt>
    <dgm:pt modelId="{2E151B57-292E-4716-9631-FCD0D3A89FAD}" type="pres">
      <dgm:prSet presAssocID="{F030F403-8D9F-4E5B-9A12-583DFC82B0D3}" presName="rightChild" presStyleLbl="node2" presStyleIdx="0" presStyleCnt="1">
        <dgm:presLayoutVars>
          <dgm:chMax val="0"/>
          <dgm:chPref val="0"/>
        </dgm:presLayoutVars>
      </dgm:prSet>
      <dgm:spPr/>
    </dgm:pt>
    <dgm:pt modelId="{4E129F79-58A2-47C5-8AF3-74189D3E264C}" type="pres">
      <dgm:prSet presAssocID="{F030F403-8D9F-4E5B-9A12-583DFC82B0D3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0B06EA03-F7A0-4D4A-84DA-A331097A6367}" type="presOf" srcId="{4AADAAC8-CF90-4761-9AD7-DCFA803AFA0B}" destId="{A4305EBF-ED00-42C2-9974-115A56837526}" srcOrd="0" destOrd="0" presId="urn:microsoft.com/office/officeart/2009/3/layout/PhasedProcess"/>
    <dgm:cxn modelId="{79979316-6767-405D-8C24-A2F399073CA4}" srcId="{CB823D49-9FAA-44C0-9217-47ECDA139485}" destId="{E3CD4F7D-4FD0-4E1E-95EA-A3D88399A055}" srcOrd="2" destOrd="0" parTransId="{5B27F3B0-05BD-437A-890E-8BA3BB8DD18D}" sibTransId="{B116BFA6-EFE6-4DAC-9819-EE960572114E}"/>
    <dgm:cxn modelId="{97DC4630-E93E-4EA9-99F2-05445D315DCC}" type="presOf" srcId="{F030F403-8D9F-4E5B-9A12-583DFC82B0D3}" destId="{CA52A3DA-6B99-4734-A84E-ECA915F54B2C}" srcOrd="0" destOrd="0" presId="urn:microsoft.com/office/officeart/2009/3/layout/PhasedProcess"/>
    <dgm:cxn modelId="{86CD553F-5626-4795-8EF8-7C76E9591406}" srcId="{46A75689-5A2F-4035-963C-B84D895404C4}" destId="{EDB3A314-A943-44D0-BF51-B6FFE4AC08BA}" srcOrd="0" destOrd="0" parTransId="{43E8BC11-443F-4076-8B21-D5686C9E4E84}" sibTransId="{71CE5BC4-4276-4082-B68B-A8B109556B9C}"/>
    <dgm:cxn modelId="{B6DE2764-0C7F-4BC1-B11A-2B9ADF8A1EB0}" srcId="{F030F403-8D9F-4E5B-9A12-583DFC82B0D3}" destId="{46A75689-5A2F-4035-963C-B84D895404C4}" srcOrd="1" destOrd="0" parTransId="{2DDE387E-3754-472F-95A2-B535E6F17523}" sibTransId="{A8EFC72B-4F3F-497C-B348-7CA85521561D}"/>
    <dgm:cxn modelId="{C147EF46-3DD1-49DB-8F8C-D601F11C8CF0}" srcId="{F030F403-8D9F-4E5B-9A12-583DFC82B0D3}" destId="{CB823D49-9FAA-44C0-9217-47ECDA139485}" srcOrd="0" destOrd="0" parTransId="{585D30E0-9B8E-4248-8601-F710717E48F7}" sibTransId="{390DF505-9908-4A19-80CC-18631758BD03}"/>
    <dgm:cxn modelId="{EA1A2D47-0E41-425C-A635-E8107279282E}" type="presOf" srcId="{EDB3A314-A943-44D0-BF51-B6FFE4AC08BA}" destId="{1E4442F8-D2AF-4133-AE4D-5F8B3D783B29}" srcOrd="1" destOrd="0" presId="urn:microsoft.com/office/officeart/2009/3/layout/PhasedProcess"/>
    <dgm:cxn modelId="{2FEAA56D-59FD-4C4A-97F5-A3D3B31C5AAB}" type="presOf" srcId="{179571F9-2EE9-42E3-A2CF-C9A8A8D2307F}" destId="{3867B87F-0A1A-4DCD-805B-4EFC57DD8023}" srcOrd="0" destOrd="0" presId="urn:microsoft.com/office/officeart/2009/3/layout/PhasedProcess"/>
    <dgm:cxn modelId="{6C5A2059-F5D6-44B4-9DE2-C7743B8A710F}" type="presOf" srcId="{E3CD4F7D-4FD0-4E1E-95EA-A3D88399A055}" destId="{8AD28A58-AAF5-46F6-8163-BDFA32A46B54}" srcOrd="0" destOrd="0" presId="urn:microsoft.com/office/officeart/2009/3/layout/PhasedProcess"/>
    <dgm:cxn modelId="{D15E7A7B-5728-4EAE-9373-1EA472F82C85}" type="presOf" srcId="{EDB3A314-A943-44D0-BF51-B6FFE4AC08BA}" destId="{04651DC8-7ACA-4EB0-9680-DADB05C1B5B5}" srcOrd="0" destOrd="0" presId="urn:microsoft.com/office/officeart/2009/3/layout/PhasedProcess"/>
    <dgm:cxn modelId="{8C4DB4A5-9219-4047-9FD3-7617FB8378F2}" srcId="{F030F403-8D9F-4E5B-9A12-583DFC82B0D3}" destId="{DE914EB6-4F39-4EC3-8680-5332A7D1C940}" srcOrd="2" destOrd="0" parTransId="{5463B09B-A164-49E3-BAB6-DBC076F5E7FE}" sibTransId="{6FC281B6-4416-4586-AAFC-28EC8B7D6D5A}"/>
    <dgm:cxn modelId="{C29B08A6-7BDF-4039-BF56-201083296E2F}" srcId="{DE914EB6-4F39-4EC3-8680-5332A7D1C940}" destId="{0E8D9174-50EC-40DC-9604-67162BC88C39}" srcOrd="0" destOrd="0" parTransId="{2E0A7991-C0EF-4A6A-976B-1C3489BD49AF}" sibTransId="{3A3AB6FE-226B-492E-86FE-55594A9D83B3}"/>
    <dgm:cxn modelId="{AC21ADAC-B1B1-4314-B276-5B6F7530C9B8}" srcId="{46A75689-5A2F-4035-963C-B84D895404C4}" destId="{4AADAAC8-CF90-4761-9AD7-DCFA803AFA0B}" srcOrd="1" destOrd="0" parTransId="{2A0EAE3A-D1E9-42A6-A00D-501444FA42E1}" sibTransId="{6E65A6DF-F029-4B5D-9342-95AFDC4C772D}"/>
    <dgm:cxn modelId="{0B7852B1-0BC9-44FE-AC3E-E70D51224B48}" srcId="{CB823D49-9FAA-44C0-9217-47ECDA139485}" destId="{8AE78E9E-0E52-433A-A3CE-AC4BEDA48362}" srcOrd="0" destOrd="0" parTransId="{52240A9E-BD38-471F-906E-36F683B0B455}" sibTransId="{C7FA24E0-69DD-4997-9285-11E286C97443}"/>
    <dgm:cxn modelId="{B455D3B3-D380-4A8A-9339-303B692B1BC4}" type="presOf" srcId="{4AADAAC8-CF90-4761-9AD7-DCFA803AFA0B}" destId="{79B34131-CBBF-45BA-AC52-A5FA0755E743}" srcOrd="1" destOrd="0" presId="urn:microsoft.com/office/officeart/2009/3/layout/PhasedProcess"/>
    <dgm:cxn modelId="{109D06BC-4243-44EF-9B40-C41F00603150}" srcId="{CB823D49-9FAA-44C0-9217-47ECDA139485}" destId="{179571F9-2EE9-42E3-A2CF-C9A8A8D2307F}" srcOrd="1" destOrd="0" parTransId="{4DF36671-C22A-4C7E-84DE-5CAF16F2E643}" sibTransId="{1F9EAEFC-C4B6-46A9-A4FE-ACB57ED28F8D}"/>
    <dgm:cxn modelId="{41296AC2-356B-4B16-BE8B-7C8085D3BAB3}" type="presOf" srcId="{CB823D49-9FAA-44C0-9217-47ECDA139485}" destId="{4E129F79-58A2-47C5-8AF3-74189D3E264C}" srcOrd="0" destOrd="0" presId="urn:microsoft.com/office/officeart/2009/3/layout/PhasedProcess"/>
    <dgm:cxn modelId="{A86B07C3-26D5-4D06-8159-05927AB2A3D3}" type="presOf" srcId="{8AE78E9E-0E52-433A-A3CE-AC4BEDA48362}" destId="{CD26A1F6-71EC-4BBC-8FAD-F5ECD6875CB9}" srcOrd="0" destOrd="0" presId="urn:microsoft.com/office/officeart/2009/3/layout/PhasedProcess"/>
    <dgm:cxn modelId="{B92ABCC4-DF05-4C64-B66D-810645CFEA2A}" type="presOf" srcId="{DE914EB6-4F39-4EC3-8680-5332A7D1C940}" destId="{F66B802A-8B91-48DB-98F4-FAE84E280A19}" srcOrd="0" destOrd="0" presId="urn:microsoft.com/office/officeart/2009/3/layout/PhasedProcess"/>
    <dgm:cxn modelId="{B9F90FDB-943B-4FF9-8E54-CF0E67F8A00D}" type="presOf" srcId="{0E8D9174-50EC-40DC-9604-67162BC88C39}" destId="{2E151B57-292E-4716-9631-FCD0D3A89FAD}" srcOrd="0" destOrd="0" presId="urn:microsoft.com/office/officeart/2009/3/layout/PhasedProcess"/>
    <dgm:cxn modelId="{C449F7E5-E384-4FEF-84DF-56A7107AA2FB}" type="presOf" srcId="{46A75689-5A2F-4035-963C-B84D895404C4}" destId="{AE0D3C83-AB08-4A05-BBC3-F0E9475C048F}" srcOrd="0" destOrd="0" presId="urn:microsoft.com/office/officeart/2009/3/layout/PhasedProcess"/>
    <dgm:cxn modelId="{3829C601-C11E-46A1-B26F-07A088DF12B4}" type="presParOf" srcId="{CA52A3DA-6B99-4734-A84E-ECA915F54B2C}" destId="{249D3665-0EB8-433A-BE9C-EE61CBB349E7}" srcOrd="0" destOrd="0" presId="urn:microsoft.com/office/officeart/2009/3/layout/PhasedProcess"/>
    <dgm:cxn modelId="{153FAC48-0A84-40F3-916F-F1DF5B083822}" type="presParOf" srcId="{CA52A3DA-6B99-4734-A84E-ECA915F54B2C}" destId="{936558F7-E3E3-42CE-8033-66F56ECD9A1B}" srcOrd="1" destOrd="0" presId="urn:microsoft.com/office/officeart/2009/3/layout/PhasedProcess"/>
    <dgm:cxn modelId="{4CC387F9-47E5-4570-A8E3-0D4F56A19D67}" type="presParOf" srcId="{CA52A3DA-6B99-4734-A84E-ECA915F54B2C}" destId="{AE0D3C83-AB08-4A05-BBC3-F0E9475C048F}" srcOrd="2" destOrd="0" presId="urn:microsoft.com/office/officeart/2009/3/layout/PhasedProcess"/>
    <dgm:cxn modelId="{C2DEAA3C-DE59-4012-8FFF-48F27734109B}" type="presParOf" srcId="{CA52A3DA-6B99-4734-A84E-ECA915F54B2C}" destId="{7F417CE1-9E62-4389-8D46-A9CF73FC0405}" srcOrd="3" destOrd="0" presId="urn:microsoft.com/office/officeart/2009/3/layout/PhasedProcess"/>
    <dgm:cxn modelId="{9E78EE86-2AAC-4065-AD57-153D2B097662}" type="presParOf" srcId="{CA52A3DA-6B99-4734-A84E-ECA915F54B2C}" destId="{209D6234-98E8-43C1-AAEF-13974BFAB8A7}" srcOrd="4" destOrd="0" presId="urn:microsoft.com/office/officeart/2009/3/layout/PhasedProcess"/>
    <dgm:cxn modelId="{AEE259A9-FA44-49F9-B24D-468AB3439F5E}" type="presParOf" srcId="{CA52A3DA-6B99-4734-A84E-ECA915F54B2C}" destId="{F66B802A-8B91-48DB-98F4-FAE84E280A19}" srcOrd="5" destOrd="0" presId="urn:microsoft.com/office/officeart/2009/3/layout/PhasedProcess"/>
    <dgm:cxn modelId="{0DA5EF3C-C754-4AFF-A47D-40CEAA6A8C8A}" type="presParOf" srcId="{CA52A3DA-6B99-4734-A84E-ECA915F54B2C}" destId="{5756EE07-868A-4531-8E05-D93BF5CE1E50}" srcOrd="6" destOrd="0" presId="urn:microsoft.com/office/officeart/2009/3/layout/PhasedProcess"/>
    <dgm:cxn modelId="{0710919D-37FE-40EE-9248-DF8CC9325B94}" type="presParOf" srcId="{5756EE07-868A-4531-8E05-D93BF5CE1E50}" destId="{04651DC8-7ACA-4EB0-9680-DADB05C1B5B5}" srcOrd="0" destOrd="0" presId="urn:microsoft.com/office/officeart/2009/3/layout/PhasedProcess"/>
    <dgm:cxn modelId="{2AB09703-C79D-4606-8A35-172FA0C83796}" type="presParOf" srcId="{5756EE07-868A-4531-8E05-D93BF5CE1E50}" destId="{1E4442F8-D2AF-4133-AE4D-5F8B3D783B29}" srcOrd="1" destOrd="0" presId="urn:microsoft.com/office/officeart/2009/3/layout/PhasedProcess"/>
    <dgm:cxn modelId="{61279F83-21CC-4E08-BB52-5F421F980BAD}" type="presParOf" srcId="{5756EE07-868A-4531-8E05-D93BF5CE1E50}" destId="{A4305EBF-ED00-42C2-9974-115A56837526}" srcOrd="2" destOrd="0" presId="urn:microsoft.com/office/officeart/2009/3/layout/PhasedProcess"/>
    <dgm:cxn modelId="{DE618893-B03B-45A8-98B7-A983E8D3E70C}" type="presParOf" srcId="{5756EE07-868A-4531-8E05-D93BF5CE1E50}" destId="{79B34131-CBBF-45BA-AC52-A5FA0755E743}" srcOrd="3" destOrd="0" presId="urn:microsoft.com/office/officeart/2009/3/layout/PhasedProcess"/>
    <dgm:cxn modelId="{BBE9B432-C782-4E86-AFAE-972BDBDDCE34}" type="presParOf" srcId="{CA52A3DA-6B99-4734-A84E-ECA915F54B2C}" destId="{F397E0C4-E3EF-4372-B97D-748295C8DB41}" srcOrd="7" destOrd="0" presId="urn:microsoft.com/office/officeart/2009/3/layout/PhasedProcess"/>
    <dgm:cxn modelId="{3411C9F5-20E9-417C-87B3-5BE15568E49A}" type="presParOf" srcId="{F397E0C4-E3EF-4372-B97D-748295C8DB41}" destId="{CD26A1F6-71EC-4BBC-8FAD-F5ECD6875CB9}" srcOrd="0" destOrd="0" presId="urn:microsoft.com/office/officeart/2009/3/layout/PhasedProcess"/>
    <dgm:cxn modelId="{BE5CDCFC-621B-4E1B-AF2D-205DEEBFF000}" type="presParOf" srcId="{F397E0C4-E3EF-4372-B97D-748295C8DB41}" destId="{5E887D5C-9835-42F9-B0B0-6019555148EA}" srcOrd="1" destOrd="0" presId="urn:microsoft.com/office/officeart/2009/3/layout/PhasedProcess"/>
    <dgm:cxn modelId="{1C115985-FAA2-4A9B-B157-FCBB6BF56454}" type="presParOf" srcId="{F397E0C4-E3EF-4372-B97D-748295C8DB41}" destId="{F296E820-B63D-48E2-B6E1-DA37B638AE09}" srcOrd="2" destOrd="0" presId="urn:microsoft.com/office/officeart/2009/3/layout/PhasedProcess"/>
    <dgm:cxn modelId="{43C45866-28CF-4A22-9630-A1CB372C1F2A}" type="presParOf" srcId="{F397E0C4-E3EF-4372-B97D-748295C8DB41}" destId="{3867B87F-0A1A-4DCD-805B-4EFC57DD8023}" srcOrd="3" destOrd="0" presId="urn:microsoft.com/office/officeart/2009/3/layout/PhasedProcess"/>
    <dgm:cxn modelId="{D8F71464-9650-4D6D-A443-33144746F80F}" type="presParOf" srcId="{F397E0C4-E3EF-4372-B97D-748295C8DB41}" destId="{C7145BD7-0FB0-490C-A1B9-420344FA4C91}" srcOrd="4" destOrd="0" presId="urn:microsoft.com/office/officeart/2009/3/layout/PhasedProcess"/>
    <dgm:cxn modelId="{CE0E4405-113A-40F5-BA90-0083C8C474E5}" type="presParOf" srcId="{F397E0C4-E3EF-4372-B97D-748295C8DB41}" destId="{8AD28A58-AAF5-46F6-8163-BDFA32A46B54}" srcOrd="5" destOrd="0" presId="urn:microsoft.com/office/officeart/2009/3/layout/PhasedProcess"/>
    <dgm:cxn modelId="{E4851BCC-100A-4DDF-ADE2-E34034B3F8EF}" type="presParOf" srcId="{CA52A3DA-6B99-4734-A84E-ECA915F54B2C}" destId="{2E151B57-292E-4716-9631-FCD0D3A89FAD}" srcOrd="8" destOrd="0" presId="urn:microsoft.com/office/officeart/2009/3/layout/PhasedProcess"/>
    <dgm:cxn modelId="{A941B5DC-72E5-4C7A-A67B-D15C8828643D}" type="presParOf" srcId="{CA52A3DA-6B99-4734-A84E-ECA915F54B2C}" destId="{4E129F79-58A2-47C5-8AF3-74189D3E264C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F4BFD1-924F-4EC1-ACD3-9FCCF7476CA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3226FA-E2FC-4E1D-B6B9-6D8C5DFCFE99}">
      <dgm:prSet phldrT="[Text]" phldr="0" custT="1"/>
      <dgm:spPr/>
      <dgm:t>
        <a:bodyPr/>
        <a:lstStyle/>
        <a:p>
          <a:r>
            <a:rPr lang="en-US" sz="3200" b="1" dirty="0"/>
            <a:t>Raw Data</a:t>
          </a:r>
        </a:p>
      </dgm:t>
    </dgm:pt>
    <dgm:pt modelId="{259CD050-339D-4412-90F9-8417E81E8BB7}" type="parTrans" cxnId="{C8E2D506-9C19-411D-AA4B-243830010944}">
      <dgm:prSet/>
      <dgm:spPr/>
      <dgm:t>
        <a:bodyPr/>
        <a:lstStyle/>
        <a:p>
          <a:endParaRPr lang="en-US" sz="1800" b="1"/>
        </a:p>
      </dgm:t>
    </dgm:pt>
    <dgm:pt modelId="{98BCC85E-0998-474D-AD2E-06ECC929A9A7}" type="sibTrans" cxnId="{C8E2D506-9C19-411D-AA4B-243830010944}">
      <dgm:prSet/>
      <dgm:spPr/>
      <dgm:t>
        <a:bodyPr/>
        <a:lstStyle/>
        <a:p>
          <a:endParaRPr lang="en-US" sz="1800" b="1"/>
        </a:p>
      </dgm:t>
    </dgm:pt>
    <dgm:pt modelId="{3F411919-C019-4A72-96A7-CC66ED55743C}">
      <dgm:prSet phldrT="[Text]" phldr="0" custT="1"/>
      <dgm:spPr/>
      <dgm:t>
        <a:bodyPr/>
        <a:lstStyle/>
        <a:p>
          <a:r>
            <a:rPr lang="en-US" sz="3200" b="1" dirty="0"/>
            <a:t>Analysis</a:t>
          </a:r>
        </a:p>
      </dgm:t>
    </dgm:pt>
    <dgm:pt modelId="{5AAD6D3A-78DA-4F80-9975-77AA9A088237}" type="parTrans" cxnId="{984A97E2-278D-482E-96A7-97AE9B1490C4}">
      <dgm:prSet/>
      <dgm:spPr/>
      <dgm:t>
        <a:bodyPr/>
        <a:lstStyle/>
        <a:p>
          <a:endParaRPr lang="en-US" sz="1800" b="1"/>
        </a:p>
      </dgm:t>
    </dgm:pt>
    <dgm:pt modelId="{1A28AD22-46E1-446D-84F1-0224E0FE11D8}" type="sibTrans" cxnId="{984A97E2-278D-482E-96A7-97AE9B1490C4}">
      <dgm:prSet/>
      <dgm:spPr/>
      <dgm:t>
        <a:bodyPr/>
        <a:lstStyle/>
        <a:p>
          <a:endParaRPr lang="en-US" sz="1800" b="1"/>
        </a:p>
      </dgm:t>
    </dgm:pt>
    <dgm:pt modelId="{1ED63631-D67A-4852-8229-70141F7A12C3}">
      <dgm:prSet phldrT="[Text]" phldr="0" custT="1"/>
      <dgm:spPr/>
      <dgm:t>
        <a:bodyPr/>
        <a:lstStyle/>
        <a:p>
          <a:r>
            <a:rPr lang="en-US" sz="3200" b="1" dirty="0"/>
            <a:t>Decision</a:t>
          </a:r>
        </a:p>
      </dgm:t>
    </dgm:pt>
    <dgm:pt modelId="{A6288B8B-4248-4216-952F-E7E1B9BBE1E2}" type="parTrans" cxnId="{2EFE6085-4962-4D71-94E1-0D6C782DBA8F}">
      <dgm:prSet/>
      <dgm:spPr/>
      <dgm:t>
        <a:bodyPr/>
        <a:lstStyle/>
        <a:p>
          <a:endParaRPr lang="en-US" sz="1800" b="1"/>
        </a:p>
      </dgm:t>
    </dgm:pt>
    <dgm:pt modelId="{67553BE6-8F1B-4628-BCF4-B14636D5E73D}" type="sibTrans" cxnId="{2EFE6085-4962-4D71-94E1-0D6C782DBA8F}">
      <dgm:prSet/>
      <dgm:spPr/>
      <dgm:t>
        <a:bodyPr/>
        <a:lstStyle/>
        <a:p>
          <a:endParaRPr lang="en-US" sz="1800" b="1"/>
        </a:p>
      </dgm:t>
    </dgm:pt>
    <dgm:pt modelId="{11222B0A-0F10-48D3-B3CD-B5C91B339ADD}">
      <dgm:prSet phldrT="[Text]" phldr="0" custT="1"/>
      <dgm:spPr/>
      <dgm:t>
        <a:bodyPr/>
        <a:lstStyle/>
        <a:p>
          <a:r>
            <a:rPr lang="en-US" sz="3200" b="1" dirty="0"/>
            <a:t>Insight</a:t>
          </a:r>
        </a:p>
      </dgm:t>
    </dgm:pt>
    <dgm:pt modelId="{997A46E4-1024-4FE3-9B3B-68205D9F75B8}" type="parTrans" cxnId="{69C5B78E-5DC8-4765-8448-99DB39074EA2}">
      <dgm:prSet/>
      <dgm:spPr/>
      <dgm:t>
        <a:bodyPr/>
        <a:lstStyle/>
        <a:p>
          <a:endParaRPr lang="en-US" sz="1800" b="1"/>
        </a:p>
      </dgm:t>
    </dgm:pt>
    <dgm:pt modelId="{91EE88E2-0151-4155-868E-47D7670DA7C8}" type="sibTrans" cxnId="{69C5B78E-5DC8-4765-8448-99DB39074EA2}">
      <dgm:prSet/>
      <dgm:spPr/>
      <dgm:t>
        <a:bodyPr/>
        <a:lstStyle/>
        <a:p>
          <a:endParaRPr lang="en-US" sz="1800" b="1"/>
        </a:p>
      </dgm:t>
    </dgm:pt>
    <dgm:pt modelId="{7659731D-0BB8-46F1-A90D-6230B72ECE5C}" type="pres">
      <dgm:prSet presAssocID="{46F4BFD1-924F-4EC1-ACD3-9FCCF7476CA5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D79E65E-5AB6-4AB9-BB0D-62A05B6028B3}" type="pres">
      <dgm:prSet presAssocID="{1ED63631-D67A-4852-8229-70141F7A12C3}" presName="Accent4" presStyleCnt="0"/>
      <dgm:spPr/>
    </dgm:pt>
    <dgm:pt modelId="{BBB43C33-C5CA-41FE-9D39-AB7FB4EE0E9E}" type="pres">
      <dgm:prSet presAssocID="{1ED63631-D67A-4852-8229-70141F7A12C3}" presName="Accent" presStyleLbl="node1" presStyleIdx="0" presStyleCnt="4"/>
      <dgm:spPr/>
    </dgm:pt>
    <dgm:pt modelId="{A2C558BA-C12B-4722-BF4D-55FE53597541}" type="pres">
      <dgm:prSet presAssocID="{1ED63631-D67A-4852-8229-70141F7A12C3}" presName="ParentBackground4" presStyleCnt="0"/>
      <dgm:spPr/>
    </dgm:pt>
    <dgm:pt modelId="{5E6A41DE-FF79-47D3-8F3E-F8B12BF15CA1}" type="pres">
      <dgm:prSet presAssocID="{1ED63631-D67A-4852-8229-70141F7A12C3}" presName="ParentBackground" presStyleLbl="fgAcc1" presStyleIdx="0" presStyleCnt="4"/>
      <dgm:spPr/>
    </dgm:pt>
    <dgm:pt modelId="{CA565102-C962-48E6-A6D1-1991E8055F79}" type="pres">
      <dgm:prSet presAssocID="{1ED63631-D67A-4852-8229-70141F7A12C3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38E6316-6CF9-499F-A271-E8CC27E81598}" type="pres">
      <dgm:prSet presAssocID="{11222B0A-0F10-48D3-B3CD-B5C91B339ADD}" presName="Accent3" presStyleCnt="0"/>
      <dgm:spPr/>
    </dgm:pt>
    <dgm:pt modelId="{6A7AFD4D-FB1F-4D30-A5D6-E3F556538E3C}" type="pres">
      <dgm:prSet presAssocID="{11222B0A-0F10-48D3-B3CD-B5C91B339ADD}" presName="Accent" presStyleLbl="node1" presStyleIdx="1" presStyleCnt="4"/>
      <dgm:spPr/>
    </dgm:pt>
    <dgm:pt modelId="{E651BEDD-3349-48F8-8ABB-98823ACC16CB}" type="pres">
      <dgm:prSet presAssocID="{11222B0A-0F10-48D3-B3CD-B5C91B339ADD}" presName="ParentBackground3" presStyleCnt="0"/>
      <dgm:spPr/>
    </dgm:pt>
    <dgm:pt modelId="{12EE77F4-0D3E-4567-B6F8-046A7AE9B0E0}" type="pres">
      <dgm:prSet presAssocID="{11222B0A-0F10-48D3-B3CD-B5C91B339ADD}" presName="ParentBackground" presStyleLbl="fgAcc1" presStyleIdx="1" presStyleCnt="4"/>
      <dgm:spPr/>
    </dgm:pt>
    <dgm:pt modelId="{616C861C-CBEB-49E4-8A4B-F724E1CDC81A}" type="pres">
      <dgm:prSet presAssocID="{11222B0A-0F10-48D3-B3CD-B5C91B339AD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4D17DC5-0841-491C-ABBD-3FC7A08257C3}" type="pres">
      <dgm:prSet presAssocID="{3F411919-C019-4A72-96A7-CC66ED55743C}" presName="Accent2" presStyleCnt="0"/>
      <dgm:spPr/>
    </dgm:pt>
    <dgm:pt modelId="{9C412415-6711-4C43-A105-57FA8EA02C7B}" type="pres">
      <dgm:prSet presAssocID="{3F411919-C019-4A72-96A7-CC66ED55743C}" presName="Accent" presStyleLbl="node1" presStyleIdx="2" presStyleCnt="4"/>
      <dgm:spPr/>
    </dgm:pt>
    <dgm:pt modelId="{9F9B95D0-BA03-4254-A6CB-DE9A16B613F3}" type="pres">
      <dgm:prSet presAssocID="{3F411919-C019-4A72-96A7-CC66ED55743C}" presName="ParentBackground2" presStyleCnt="0"/>
      <dgm:spPr/>
    </dgm:pt>
    <dgm:pt modelId="{74341814-830F-4AB1-8DD8-B6CA267667E8}" type="pres">
      <dgm:prSet presAssocID="{3F411919-C019-4A72-96A7-CC66ED55743C}" presName="ParentBackground" presStyleLbl="fgAcc1" presStyleIdx="2" presStyleCnt="4"/>
      <dgm:spPr/>
    </dgm:pt>
    <dgm:pt modelId="{DE52A27D-375E-4494-A9A4-0CAADAB527F1}" type="pres">
      <dgm:prSet presAssocID="{3F411919-C019-4A72-96A7-CC66ED55743C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B51C27E-929C-4CD2-A493-38E1E02FC424}" type="pres">
      <dgm:prSet presAssocID="{873226FA-E2FC-4E1D-B6B9-6D8C5DFCFE99}" presName="Accent1" presStyleCnt="0"/>
      <dgm:spPr/>
    </dgm:pt>
    <dgm:pt modelId="{40DE565C-1AA9-48BA-8FF0-926AD588414F}" type="pres">
      <dgm:prSet presAssocID="{873226FA-E2FC-4E1D-B6B9-6D8C5DFCFE99}" presName="Accent" presStyleLbl="node1" presStyleIdx="3" presStyleCnt="4"/>
      <dgm:spPr/>
    </dgm:pt>
    <dgm:pt modelId="{766F23EF-E1E0-4423-947F-E4ED237B6FD0}" type="pres">
      <dgm:prSet presAssocID="{873226FA-E2FC-4E1D-B6B9-6D8C5DFCFE99}" presName="ParentBackground1" presStyleCnt="0"/>
      <dgm:spPr/>
    </dgm:pt>
    <dgm:pt modelId="{62BB2A48-C33D-4A70-847F-D0061FADB23A}" type="pres">
      <dgm:prSet presAssocID="{873226FA-E2FC-4E1D-B6B9-6D8C5DFCFE99}" presName="ParentBackground" presStyleLbl="fgAcc1" presStyleIdx="3" presStyleCnt="4"/>
      <dgm:spPr/>
    </dgm:pt>
    <dgm:pt modelId="{CD8AB340-B7B4-41F2-ADF1-9B8FBEDFAF6D}" type="pres">
      <dgm:prSet presAssocID="{873226FA-E2FC-4E1D-B6B9-6D8C5DFCFE9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C8E2D506-9C19-411D-AA4B-243830010944}" srcId="{46F4BFD1-924F-4EC1-ACD3-9FCCF7476CA5}" destId="{873226FA-E2FC-4E1D-B6B9-6D8C5DFCFE99}" srcOrd="0" destOrd="0" parTransId="{259CD050-339D-4412-90F9-8417E81E8BB7}" sibTransId="{98BCC85E-0998-474D-AD2E-06ECC929A9A7}"/>
    <dgm:cxn modelId="{58A56425-F0FE-4BF0-B681-6FA8BBA1BE85}" type="presOf" srcId="{1ED63631-D67A-4852-8229-70141F7A12C3}" destId="{CA565102-C962-48E6-A6D1-1991E8055F79}" srcOrd="1" destOrd="0" presId="urn:microsoft.com/office/officeart/2011/layout/CircleProcess"/>
    <dgm:cxn modelId="{2D77822C-728B-432D-B3B7-E66352F97F30}" type="presOf" srcId="{3F411919-C019-4A72-96A7-CC66ED55743C}" destId="{74341814-830F-4AB1-8DD8-B6CA267667E8}" srcOrd="0" destOrd="0" presId="urn:microsoft.com/office/officeart/2011/layout/CircleProcess"/>
    <dgm:cxn modelId="{93855B44-0E7F-4B25-8952-9E031365BB06}" type="presOf" srcId="{3F411919-C019-4A72-96A7-CC66ED55743C}" destId="{DE52A27D-375E-4494-A9A4-0CAADAB527F1}" srcOrd="1" destOrd="0" presId="urn:microsoft.com/office/officeart/2011/layout/CircleProcess"/>
    <dgm:cxn modelId="{0332B846-0235-4579-9246-512570B0ED50}" type="presOf" srcId="{11222B0A-0F10-48D3-B3CD-B5C91B339ADD}" destId="{616C861C-CBEB-49E4-8A4B-F724E1CDC81A}" srcOrd="1" destOrd="0" presId="urn:microsoft.com/office/officeart/2011/layout/CircleProcess"/>
    <dgm:cxn modelId="{B9019D73-AEC7-4DBE-A22B-B7721CDE3E70}" type="presOf" srcId="{1ED63631-D67A-4852-8229-70141F7A12C3}" destId="{5E6A41DE-FF79-47D3-8F3E-F8B12BF15CA1}" srcOrd="0" destOrd="0" presId="urn:microsoft.com/office/officeart/2011/layout/CircleProcess"/>
    <dgm:cxn modelId="{2EFE6085-4962-4D71-94E1-0D6C782DBA8F}" srcId="{46F4BFD1-924F-4EC1-ACD3-9FCCF7476CA5}" destId="{1ED63631-D67A-4852-8229-70141F7A12C3}" srcOrd="3" destOrd="0" parTransId="{A6288B8B-4248-4216-952F-E7E1B9BBE1E2}" sibTransId="{67553BE6-8F1B-4628-BCF4-B14636D5E73D}"/>
    <dgm:cxn modelId="{69C5B78E-5DC8-4765-8448-99DB39074EA2}" srcId="{46F4BFD1-924F-4EC1-ACD3-9FCCF7476CA5}" destId="{11222B0A-0F10-48D3-B3CD-B5C91B339ADD}" srcOrd="2" destOrd="0" parTransId="{997A46E4-1024-4FE3-9B3B-68205D9F75B8}" sibTransId="{91EE88E2-0151-4155-868E-47D7670DA7C8}"/>
    <dgm:cxn modelId="{2843579E-95F1-448B-B02E-9D0EC0688956}" type="presOf" srcId="{873226FA-E2FC-4E1D-B6B9-6D8C5DFCFE99}" destId="{CD8AB340-B7B4-41F2-ADF1-9B8FBEDFAF6D}" srcOrd="1" destOrd="0" presId="urn:microsoft.com/office/officeart/2011/layout/CircleProcess"/>
    <dgm:cxn modelId="{133BF9DD-2B9D-453A-AA41-BEE36A0E72EB}" type="presOf" srcId="{46F4BFD1-924F-4EC1-ACD3-9FCCF7476CA5}" destId="{7659731D-0BB8-46F1-A90D-6230B72ECE5C}" srcOrd="0" destOrd="0" presId="urn:microsoft.com/office/officeart/2011/layout/CircleProcess"/>
    <dgm:cxn modelId="{984A97E2-278D-482E-96A7-97AE9B1490C4}" srcId="{46F4BFD1-924F-4EC1-ACD3-9FCCF7476CA5}" destId="{3F411919-C019-4A72-96A7-CC66ED55743C}" srcOrd="1" destOrd="0" parTransId="{5AAD6D3A-78DA-4F80-9975-77AA9A088237}" sibTransId="{1A28AD22-46E1-446D-84F1-0224E0FE11D8}"/>
    <dgm:cxn modelId="{BCE72EE9-F235-4E98-A39F-5B6743992868}" type="presOf" srcId="{873226FA-E2FC-4E1D-B6B9-6D8C5DFCFE99}" destId="{62BB2A48-C33D-4A70-847F-D0061FADB23A}" srcOrd="0" destOrd="0" presId="urn:microsoft.com/office/officeart/2011/layout/CircleProcess"/>
    <dgm:cxn modelId="{C0B6E6F2-C656-48E8-8A67-CB0D575FB5CB}" type="presOf" srcId="{11222B0A-0F10-48D3-B3CD-B5C91B339ADD}" destId="{12EE77F4-0D3E-4567-B6F8-046A7AE9B0E0}" srcOrd="0" destOrd="0" presId="urn:microsoft.com/office/officeart/2011/layout/CircleProcess"/>
    <dgm:cxn modelId="{4AF6EB73-F753-45AA-9F04-674CA8599F74}" type="presParOf" srcId="{7659731D-0BB8-46F1-A90D-6230B72ECE5C}" destId="{9D79E65E-5AB6-4AB9-BB0D-62A05B6028B3}" srcOrd="0" destOrd="0" presId="urn:microsoft.com/office/officeart/2011/layout/CircleProcess"/>
    <dgm:cxn modelId="{F9463BE7-DDF9-4334-AC56-A824702C7E81}" type="presParOf" srcId="{9D79E65E-5AB6-4AB9-BB0D-62A05B6028B3}" destId="{BBB43C33-C5CA-41FE-9D39-AB7FB4EE0E9E}" srcOrd="0" destOrd="0" presId="urn:microsoft.com/office/officeart/2011/layout/CircleProcess"/>
    <dgm:cxn modelId="{5AFFDDCD-2B02-4089-8177-60B767DE8984}" type="presParOf" srcId="{7659731D-0BB8-46F1-A90D-6230B72ECE5C}" destId="{A2C558BA-C12B-4722-BF4D-55FE53597541}" srcOrd="1" destOrd="0" presId="urn:microsoft.com/office/officeart/2011/layout/CircleProcess"/>
    <dgm:cxn modelId="{BE31A6C2-AADF-4331-B192-62FA9C8408C6}" type="presParOf" srcId="{A2C558BA-C12B-4722-BF4D-55FE53597541}" destId="{5E6A41DE-FF79-47D3-8F3E-F8B12BF15CA1}" srcOrd="0" destOrd="0" presId="urn:microsoft.com/office/officeart/2011/layout/CircleProcess"/>
    <dgm:cxn modelId="{7F331B05-FF4B-49B4-80AB-718D281C6890}" type="presParOf" srcId="{7659731D-0BB8-46F1-A90D-6230B72ECE5C}" destId="{CA565102-C962-48E6-A6D1-1991E8055F79}" srcOrd="2" destOrd="0" presId="urn:microsoft.com/office/officeart/2011/layout/CircleProcess"/>
    <dgm:cxn modelId="{6E474A60-2301-4852-B588-69F0E6F097BD}" type="presParOf" srcId="{7659731D-0BB8-46F1-A90D-6230B72ECE5C}" destId="{938E6316-6CF9-499F-A271-E8CC27E81598}" srcOrd="3" destOrd="0" presId="urn:microsoft.com/office/officeart/2011/layout/CircleProcess"/>
    <dgm:cxn modelId="{86FA46CC-41B9-432F-AC71-0724D789CBD4}" type="presParOf" srcId="{938E6316-6CF9-499F-A271-E8CC27E81598}" destId="{6A7AFD4D-FB1F-4D30-A5D6-E3F556538E3C}" srcOrd="0" destOrd="0" presId="urn:microsoft.com/office/officeart/2011/layout/CircleProcess"/>
    <dgm:cxn modelId="{FCE961BD-5600-4186-9DA2-85BB21AB5766}" type="presParOf" srcId="{7659731D-0BB8-46F1-A90D-6230B72ECE5C}" destId="{E651BEDD-3349-48F8-8ABB-98823ACC16CB}" srcOrd="4" destOrd="0" presId="urn:microsoft.com/office/officeart/2011/layout/CircleProcess"/>
    <dgm:cxn modelId="{7B3CB838-F5AF-47D7-B89D-36BC02CA0584}" type="presParOf" srcId="{E651BEDD-3349-48F8-8ABB-98823ACC16CB}" destId="{12EE77F4-0D3E-4567-B6F8-046A7AE9B0E0}" srcOrd="0" destOrd="0" presId="urn:microsoft.com/office/officeart/2011/layout/CircleProcess"/>
    <dgm:cxn modelId="{26DD84B8-526C-4CEE-9F06-D1CB2A0377AD}" type="presParOf" srcId="{7659731D-0BB8-46F1-A90D-6230B72ECE5C}" destId="{616C861C-CBEB-49E4-8A4B-F724E1CDC81A}" srcOrd="5" destOrd="0" presId="urn:microsoft.com/office/officeart/2011/layout/CircleProcess"/>
    <dgm:cxn modelId="{1F686CEF-5DF5-4511-9A63-1010574A4BED}" type="presParOf" srcId="{7659731D-0BB8-46F1-A90D-6230B72ECE5C}" destId="{74D17DC5-0841-491C-ABBD-3FC7A08257C3}" srcOrd="6" destOrd="0" presId="urn:microsoft.com/office/officeart/2011/layout/CircleProcess"/>
    <dgm:cxn modelId="{6759FF2D-411A-443B-9B95-A2DE51E8B68B}" type="presParOf" srcId="{74D17DC5-0841-491C-ABBD-3FC7A08257C3}" destId="{9C412415-6711-4C43-A105-57FA8EA02C7B}" srcOrd="0" destOrd="0" presId="urn:microsoft.com/office/officeart/2011/layout/CircleProcess"/>
    <dgm:cxn modelId="{9B4982F8-2053-4D63-BB90-5768F6293021}" type="presParOf" srcId="{7659731D-0BB8-46F1-A90D-6230B72ECE5C}" destId="{9F9B95D0-BA03-4254-A6CB-DE9A16B613F3}" srcOrd="7" destOrd="0" presId="urn:microsoft.com/office/officeart/2011/layout/CircleProcess"/>
    <dgm:cxn modelId="{44A73B60-DE52-420F-9089-C2AEF8A8FF71}" type="presParOf" srcId="{9F9B95D0-BA03-4254-A6CB-DE9A16B613F3}" destId="{74341814-830F-4AB1-8DD8-B6CA267667E8}" srcOrd="0" destOrd="0" presId="urn:microsoft.com/office/officeart/2011/layout/CircleProcess"/>
    <dgm:cxn modelId="{6F4DD9B9-A3A3-448E-9B66-EBDEE4AD2C35}" type="presParOf" srcId="{7659731D-0BB8-46F1-A90D-6230B72ECE5C}" destId="{DE52A27D-375E-4494-A9A4-0CAADAB527F1}" srcOrd="8" destOrd="0" presId="urn:microsoft.com/office/officeart/2011/layout/CircleProcess"/>
    <dgm:cxn modelId="{AA2741BA-2513-4BFF-93FB-81575437A9BE}" type="presParOf" srcId="{7659731D-0BB8-46F1-A90D-6230B72ECE5C}" destId="{8B51C27E-929C-4CD2-A493-38E1E02FC424}" srcOrd="9" destOrd="0" presId="urn:microsoft.com/office/officeart/2011/layout/CircleProcess"/>
    <dgm:cxn modelId="{55927C47-94AA-491F-8A4D-3F1DF6F587D7}" type="presParOf" srcId="{8B51C27E-929C-4CD2-A493-38E1E02FC424}" destId="{40DE565C-1AA9-48BA-8FF0-926AD588414F}" srcOrd="0" destOrd="0" presId="urn:microsoft.com/office/officeart/2011/layout/CircleProcess"/>
    <dgm:cxn modelId="{78E7665E-0181-4881-BE79-87C2527CC865}" type="presParOf" srcId="{7659731D-0BB8-46F1-A90D-6230B72ECE5C}" destId="{766F23EF-E1E0-4423-947F-E4ED237B6FD0}" srcOrd="10" destOrd="0" presId="urn:microsoft.com/office/officeart/2011/layout/CircleProcess"/>
    <dgm:cxn modelId="{127FD8B7-B252-4647-85B5-0351232E544A}" type="presParOf" srcId="{766F23EF-E1E0-4423-947F-E4ED237B6FD0}" destId="{62BB2A48-C33D-4A70-847F-D0061FADB23A}" srcOrd="0" destOrd="0" presId="urn:microsoft.com/office/officeart/2011/layout/CircleProcess"/>
    <dgm:cxn modelId="{D1AE8567-8F5E-4AEA-9214-FEF9DF529E59}" type="presParOf" srcId="{7659731D-0BB8-46F1-A90D-6230B72ECE5C}" destId="{CD8AB340-B7B4-41F2-ADF1-9B8FBEDFAF6D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F4BFD1-924F-4EC1-ACD3-9FCCF7476CA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3226FA-E2FC-4E1D-B6B9-6D8C5DFCFE99}">
      <dgm:prSet phldrT="[Text]" phldr="0" custT="1"/>
      <dgm:spPr/>
      <dgm:t>
        <a:bodyPr/>
        <a:lstStyle/>
        <a:p>
          <a:r>
            <a:rPr lang="en-US" sz="2800" b="1" dirty="0"/>
            <a:t>Ask Right Questions</a:t>
          </a:r>
        </a:p>
      </dgm:t>
    </dgm:pt>
    <dgm:pt modelId="{259CD050-339D-4412-90F9-8417E81E8BB7}" type="parTrans" cxnId="{C8E2D506-9C19-411D-AA4B-243830010944}">
      <dgm:prSet/>
      <dgm:spPr/>
      <dgm:t>
        <a:bodyPr/>
        <a:lstStyle/>
        <a:p>
          <a:endParaRPr lang="en-US" sz="1600" b="1"/>
        </a:p>
      </dgm:t>
    </dgm:pt>
    <dgm:pt modelId="{98BCC85E-0998-474D-AD2E-06ECC929A9A7}" type="sibTrans" cxnId="{C8E2D506-9C19-411D-AA4B-243830010944}">
      <dgm:prSet/>
      <dgm:spPr/>
      <dgm:t>
        <a:bodyPr/>
        <a:lstStyle/>
        <a:p>
          <a:endParaRPr lang="en-US" sz="1600" b="1"/>
        </a:p>
      </dgm:t>
    </dgm:pt>
    <dgm:pt modelId="{3F411919-C019-4A72-96A7-CC66ED55743C}">
      <dgm:prSet phldrT="[Text]" phldr="0" custT="1"/>
      <dgm:spPr/>
      <dgm:t>
        <a:bodyPr/>
        <a:lstStyle/>
        <a:p>
          <a:r>
            <a:rPr lang="en-US" sz="2800" b="1" dirty="0"/>
            <a:t>Discover Patterns</a:t>
          </a:r>
        </a:p>
      </dgm:t>
    </dgm:pt>
    <dgm:pt modelId="{5AAD6D3A-78DA-4F80-9975-77AA9A088237}" type="parTrans" cxnId="{984A97E2-278D-482E-96A7-97AE9B1490C4}">
      <dgm:prSet/>
      <dgm:spPr/>
      <dgm:t>
        <a:bodyPr/>
        <a:lstStyle/>
        <a:p>
          <a:endParaRPr lang="en-US" sz="1600" b="1"/>
        </a:p>
      </dgm:t>
    </dgm:pt>
    <dgm:pt modelId="{1A28AD22-46E1-446D-84F1-0224E0FE11D8}" type="sibTrans" cxnId="{984A97E2-278D-482E-96A7-97AE9B1490C4}">
      <dgm:prSet/>
      <dgm:spPr/>
      <dgm:t>
        <a:bodyPr/>
        <a:lstStyle/>
        <a:p>
          <a:endParaRPr lang="en-US" sz="1600" b="1"/>
        </a:p>
      </dgm:t>
    </dgm:pt>
    <dgm:pt modelId="{1ED63631-D67A-4852-8229-70141F7A12C3}">
      <dgm:prSet phldrT="[Text]" phldr="0" custT="1"/>
      <dgm:spPr/>
      <dgm:t>
        <a:bodyPr/>
        <a:lstStyle/>
        <a:p>
          <a:r>
            <a:rPr lang="en-US" sz="2800" b="1" dirty="0"/>
            <a:t>Solve</a:t>
          </a:r>
        </a:p>
        <a:p>
          <a:r>
            <a:rPr lang="en-US" sz="2800" b="1" dirty="0"/>
            <a:t>Business</a:t>
          </a:r>
        </a:p>
        <a:p>
          <a:r>
            <a:rPr lang="en-US" sz="2800" b="1" dirty="0"/>
            <a:t>Purpose</a:t>
          </a:r>
        </a:p>
      </dgm:t>
    </dgm:pt>
    <dgm:pt modelId="{A6288B8B-4248-4216-952F-E7E1B9BBE1E2}" type="parTrans" cxnId="{2EFE6085-4962-4D71-94E1-0D6C782DBA8F}">
      <dgm:prSet/>
      <dgm:spPr/>
      <dgm:t>
        <a:bodyPr/>
        <a:lstStyle/>
        <a:p>
          <a:endParaRPr lang="en-US" sz="1600" b="1"/>
        </a:p>
      </dgm:t>
    </dgm:pt>
    <dgm:pt modelId="{67553BE6-8F1B-4628-BCF4-B14636D5E73D}" type="sibTrans" cxnId="{2EFE6085-4962-4D71-94E1-0D6C782DBA8F}">
      <dgm:prSet/>
      <dgm:spPr/>
      <dgm:t>
        <a:bodyPr/>
        <a:lstStyle/>
        <a:p>
          <a:endParaRPr lang="en-US" sz="1600" b="1"/>
        </a:p>
      </dgm:t>
    </dgm:pt>
    <dgm:pt modelId="{11222B0A-0F10-48D3-B3CD-B5C91B339ADD}">
      <dgm:prSet phldrT="[Text]" phldr="0" custT="1"/>
      <dgm:spPr/>
      <dgm:t>
        <a:bodyPr/>
        <a:lstStyle/>
        <a:p>
          <a:r>
            <a:rPr lang="en-US" sz="2800" b="1" dirty="0"/>
            <a:t>Decisions</a:t>
          </a:r>
        </a:p>
      </dgm:t>
    </dgm:pt>
    <dgm:pt modelId="{997A46E4-1024-4FE3-9B3B-68205D9F75B8}" type="parTrans" cxnId="{69C5B78E-5DC8-4765-8448-99DB39074EA2}">
      <dgm:prSet/>
      <dgm:spPr/>
      <dgm:t>
        <a:bodyPr/>
        <a:lstStyle/>
        <a:p>
          <a:endParaRPr lang="en-US" sz="1600" b="1"/>
        </a:p>
      </dgm:t>
    </dgm:pt>
    <dgm:pt modelId="{91EE88E2-0151-4155-868E-47D7670DA7C8}" type="sibTrans" cxnId="{69C5B78E-5DC8-4765-8448-99DB39074EA2}">
      <dgm:prSet/>
      <dgm:spPr/>
      <dgm:t>
        <a:bodyPr/>
        <a:lstStyle/>
        <a:p>
          <a:endParaRPr lang="en-US" sz="1600" b="1"/>
        </a:p>
      </dgm:t>
    </dgm:pt>
    <dgm:pt modelId="{7659731D-0BB8-46F1-A90D-6230B72ECE5C}" type="pres">
      <dgm:prSet presAssocID="{46F4BFD1-924F-4EC1-ACD3-9FCCF7476CA5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D79E65E-5AB6-4AB9-BB0D-62A05B6028B3}" type="pres">
      <dgm:prSet presAssocID="{1ED63631-D67A-4852-8229-70141F7A12C3}" presName="Accent4" presStyleCnt="0"/>
      <dgm:spPr/>
    </dgm:pt>
    <dgm:pt modelId="{BBB43C33-C5CA-41FE-9D39-AB7FB4EE0E9E}" type="pres">
      <dgm:prSet presAssocID="{1ED63631-D67A-4852-8229-70141F7A12C3}" presName="Accent" presStyleLbl="node1" presStyleIdx="0" presStyleCnt="4"/>
      <dgm:spPr/>
    </dgm:pt>
    <dgm:pt modelId="{A2C558BA-C12B-4722-BF4D-55FE53597541}" type="pres">
      <dgm:prSet presAssocID="{1ED63631-D67A-4852-8229-70141F7A12C3}" presName="ParentBackground4" presStyleCnt="0"/>
      <dgm:spPr/>
    </dgm:pt>
    <dgm:pt modelId="{5E6A41DE-FF79-47D3-8F3E-F8B12BF15CA1}" type="pres">
      <dgm:prSet presAssocID="{1ED63631-D67A-4852-8229-70141F7A12C3}" presName="ParentBackground" presStyleLbl="fgAcc1" presStyleIdx="0" presStyleCnt="4"/>
      <dgm:spPr/>
    </dgm:pt>
    <dgm:pt modelId="{CA565102-C962-48E6-A6D1-1991E8055F79}" type="pres">
      <dgm:prSet presAssocID="{1ED63631-D67A-4852-8229-70141F7A12C3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38E6316-6CF9-499F-A271-E8CC27E81598}" type="pres">
      <dgm:prSet presAssocID="{11222B0A-0F10-48D3-B3CD-B5C91B339ADD}" presName="Accent3" presStyleCnt="0"/>
      <dgm:spPr/>
    </dgm:pt>
    <dgm:pt modelId="{6A7AFD4D-FB1F-4D30-A5D6-E3F556538E3C}" type="pres">
      <dgm:prSet presAssocID="{11222B0A-0F10-48D3-B3CD-B5C91B339ADD}" presName="Accent" presStyleLbl="node1" presStyleIdx="1" presStyleCnt="4"/>
      <dgm:spPr/>
    </dgm:pt>
    <dgm:pt modelId="{E651BEDD-3349-48F8-8ABB-98823ACC16CB}" type="pres">
      <dgm:prSet presAssocID="{11222B0A-0F10-48D3-B3CD-B5C91B339ADD}" presName="ParentBackground3" presStyleCnt="0"/>
      <dgm:spPr/>
    </dgm:pt>
    <dgm:pt modelId="{12EE77F4-0D3E-4567-B6F8-046A7AE9B0E0}" type="pres">
      <dgm:prSet presAssocID="{11222B0A-0F10-48D3-B3CD-B5C91B339ADD}" presName="ParentBackground" presStyleLbl="fgAcc1" presStyleIdx="1" presStyleCnt="4"/>
      <dgm:spPr/>
    </dgm:pt>
    <dgm:pt modelId="{616C861C-CBEB-49E4-8A4B-F724E1CDC81A}" type="pres">
      <dgm:prSet presAssocID="{11222B0A-0F10-48D3-B3CD-B5C91B339AD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4D17DC5-0841-491C-ABBD-3FC7A08257C3}" type="pres">
      <dgm:prSet presAssocID="{3F411919-C019-4A72-96A7-CC66ED55743C}" presName="Accent2" presStyleCnt="0"/>
      <dgm:spPr/>
    </dgm:pt>
    <dgm:pt modelId="{9C412415-6711-4C43-A105-57FA8EA02C7B}" type="pres">
      <dgm:prSet presAssocID="{3F411919-C019-4A72-96A7-CC66ED55743C}" presName="Accent" presStyleLbl="node1" presStyleIdx="2" presStyleCnt="4"/>
      <dgm:spPr/>
    </dgm:pt>
    <dgm:pt modelId="{9F9B95D0-BA03-4254-A6CB-DE9A16B613F3}" type="pres">
      <dgm:prSet presAssocID="{3F411919-C019-4A72-96A7-CC66ED55743C}" presName="ParentBackground2" presStyleCnt="0"/>
      <dgm:spPr/>
    </dgm:pt>
    <dgm:pt modelId="{74341814-830F-4AB1-8DD8-B6CA267667E8}" type="pres">
      <dgm:prSet presAssocID="{3F411919-C019-4A72-96A7-CC66ED55743C}" presName="ParentBackground" presStyleLbl="fgAcc1" presStyleIdx="2" presStyleCnt="4"/>
      <dgm:spPr/>
    </dgm:pt>
    <dgm:pt modelId="{DE52A27D-375E-4494-A9A4-0CAADAB527F1}" type="pres">
      <dgm:prSet presAssocID="{3F411919-C019-4A72-96A7-CC66ED55743C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B51C27E-929C-4CD2-A493-38E1E02FC424}" type="pres">
      <dgm:prSet presAssocID="{873226FA-E2FC-4E1D-B6B9-6D8C5DFCFE99}" presName="Accent1" presStyleCnt="0"/>
      <dgm:spPr/>
    </dgm:pt>
    <dgm:pt modelId="{40DE565C-1AA9-48BA-8FF0-926AD588414F}" type="pres">
      <dgm:prSet presAssocID="{873226FA-E2FC-4E1D-B6B9-6D8C5DFCFE99}" presName="Accent" presStyleLbl="node1" presStyleIdx="3" presStyleCnt="4"/>
      <dgm:spPr/>
    </dgm:pt>
    <dgm:pt modelId="{766F23EF-E1E0-4423-947F-E4ED237B6FD0}" type="pres">
      <dgm:prSet presAssocID="{873226FA-E2FC-4E1D-B6B9-6D8C5DFCFE99}" presName="ParentBackground1" presStyleCnt="0"/>
      <dgm:spPr/>
    </dgm:pt>
    <dgm:pt modelId="{62BB2A48-C33D-4A70-847F-D0061FADB23A}" type="pres">
      <dgm:prSet presAssocID="{873226FA-E2FC-4E1D-B6B9-6D8C5DFCFE99}" presName="ParentBackground" presStyleLbl="fgAcc1" presStyleIdx="3" presStyleCnt="4"/>
      <dgm:spPr/>
    </dgm:pt>
    <dgm:pt modelId="{CD8AB340-B7B4-41F2-ADF1-9B8FBEDFAF6D}" type="pres">
      <dgm:prSet presAssocID="{873226FA-E2FC-4E1D-B6B9-6D8C5DFCFE9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C8E2D506-9C19-411D-AA4B-243830010944}" srcId="{46F4BFD1-924F-4EC1-ACD3-9FCCF7476CA5}" destId="{873226FA-E2FC-4E1D-B6B9-6D8C5DFCFE99}" srcOrd="0" destOrd="0" parTransId="{259CD050-339D-4412-90F9-8417E81E8BB7}" sibTransId="{98BCC85E-0998-474D-AD2E-06ECC929A9A7}"/>
    <dgm:cxn modelId="{58A56425-F0FE-4BF0-B681-6FA8BBA1BE85}" type="presOf" srcId="{1ED63631-D67A-4852-8229-70141F7A12C3}" destId="{CA565102-C962-48E6-A6D1-1991E8055F79}" srcOrd="1" destOrd="0" presId="urn:microsoft.com/office/officeart/2011/layout/CircleProcess"/>
    <dgm:cxn modelId="{2D77822C-728B-432D-B3B7-E66352F97F30}" type="presOf" srcId="{3F411919-C019-4A72-96A7-CC66ED55743C}" destId="{74341814-830F-4AB1-8DD8-B6CA267667E8}" srcOrd="0" destOrd="0" presId="urn:microsoft.com/office/officeart/2011/layout/CircleProcess"/>
    <dgm:cxn modelId="{93855B44-0E7F-4B25-8952-9E031365BB06}" type="presOf" srcId="{3F411919-C019-4A72-96A7-CC66ED55743C}" destId="{DE52A27D-375E-4494-A9A4-0CAADAB527F1}" srcOrd="1" destOrd="0" presId="urn:microsoft.com/office/officeart/2011/layout/CircleProcess"/>
    <dgm:cxn modelId="{0332B846-0235-4579-9246-512570B0ED50}" type="presOf" srcId="{11222B0A-0F10-48D3-B3CD-B5C91B339ADD}" destId="{616C861C-CBEB-49E4-8A4B-F724E1CDC81A}" srcOrd="1" destOrd="0" presId="urn:microsoft.com/office/officeart/2011/layout/CircleProcess"/>
    <dgm:cxn modelId="{B9019D73-AEC7-4DBE-A22B-B7721CDE3E70}" type="presOf" srcId="{1ED63631-D67A-4852-8229-70141F7A12C3}" destId="{5E6A41DE-FF79-47D3-8F3E-F8B12BF15CA1}" srcOrd="0" destOrd="0" presId="urn:microsoft.com/office/officeart/2011/layout/CircleProcess"/>
    <dgm:cxn modelId="{2EFE6085-4962-4D71-94E1-0D6C782DBA8F}" srcId="{46F4BFD1-924F-4EC1-ACD3-9FCCF7476CA5}" destId="{1ED63631-D67A-4852-8229-70141F7A12C3}" srcOrd="3" destOrd="0" parTransId="{A6288B8B-4248-4216-952F-E7E1B9BBE1E2}" sibTransId="{67553BE6-8F1B-4628-BCF4-B14636D5E73D}"/>
    <dgm:cxn modelId="{69C5B78E-5DC8-4765-8448-99DB39074EA2}" srcId="{46F4BFD1-924F-4EC1-ACD3-9FCCF7476CA5}" destId="{11222B0A-0F10-48D3-B3CD-B5C91B339ADD}" srcOrd="2" destOrd="0" parTransId="{997A46E4-1024-4FE3-9B3B-68205D9F75B8}" sibTransId="{91EE88E2-0151-4155-868E-47D7670DA7C8}"/>
    <dgm:cxn modelId="{2843579E-95F1-448B-B02E-9D0EC0688956}" type="presOf" srcId="{873226FA-E2FC-4E1D-B6B9-6D8C5DFCFE99}" destId="{CD8AB340-B7B4-41F2-ADF1-9B8FBEDFAF6D}" srcOrd="1" destOrd="0" presId="urn:microsoft.com/office/officeart/2011/layout/CircleProcess"/>
    <dgm:cxn modelId="{133BF9DD-2B9D-453A-AA41-BEE36A0E72EB}" type="presOf" srcId="{46F4BFD1-924F-4EC1-ACD3-9FCCF7476CA5}" destId="{7659731D-0BB8-46F1-A90D-6230B72ECE5C}" srcOrd="0" destOrd="0" presId="urn:microsoft.com/office/officeart/2011/layout/CircleProcess"/>
    <dgm:cxn modelId="{984A97E2-278D-482E-96A7-97AE9B1490C4}" srcId="{46F4BFD1-924F-4EC1-ACD3-9FCCF7476CA5}" destId="{3F411919-C019-4A72-96A7-CC66ED55743C}" srcOrd="1" destOrd="0" parTransId="{5AAD6D3A-78DA-4F80-9975-77AA9A088237}" sibTransId="{1A28AD22-46E1-446D-84F1-0224E0FE11D8}"/>
    <dgm:cxn modelId="{BCE72EE9-F235-4E98-A39F-5B6743992868}" type="presOf" srcId="{873226FA-E2FC-4E1D-B6B9-6D8C5DFCFE99}" destId="{62BB2A48-C33D-4A70-847F-D0061FADB23A}" srcOrd="0" destOrd="0" presId="urn:microsoft.com/office/officeart/2011/layout/CircleProcess"/>
    <dgm:cxn modelId="{C0B6E6F2-C656-48E8-8A67-CB0D575FB5CB}" type="presOf" srcId="{11222B0A-0F10-48D3-B3CD-B5C91B339ADD}" destId="{12EE77F4-0D3E-4567-B6F8-046A7AE9B0E0}" srcOrd="0" destOrd="0" presId="urn:microsoft.com/office/officeart/2011/layout/CircleProcess"/>
    <dgm:cxn modelId="{4AF6EB73-F753-45AA-9F04-674CA8599F74}" type="presParOf" srcId="{7659731D-0BB8-46F1-A90D-6230B72ECE5C}" destId="{9D79E65E-5AB6-4AB9-BB0D-62A05B6028B3}" srcOrd="0" destOrd="0" presId="urn:microsoft.com/office/officeart/2011/layout/CircleProcess"/>
    <dgm:cxn modelId="{F9463BE7-DDF9-4334-AC56-A824702C7E81}" type="presParOf" srcId="{9D79E65E-5AB6-4AB9-BB0D-62A05B6028B3}" destId="{BBB43C33-C5CA-41FE-9D39-AB7FB4EE0E9E}" srcOrd="0" destOrd="0" presId="urn:microsoft.com/office/officeart/2011/layout/CircleProcess"/>
    <dgm:cxn modelId="{5AFFDDCD-2B02-4089-8177-60B767DE8984}" type="presParOf" srcId="{7659731D-0BB8-46F1-A90D-6230B72ECE5C}" destId="{A2C558BA-C12B-4722-BF4D-55FE53597541}" srcOrd="1" destOrd="0" presId="urn:microsoft.com/office/officeart/2011/layout/CircleProcess"/>
    <dgm:cxn modelId="{BE31A6C2-AADF-4331-B192-62FA9C8408C6}" type="presParOf" srcId="{A2C558BA-C12B-4722-BF4D-55FE53597541}" destId="{5E6A41DE-FF79-47D3-8F3E-F8B12BF15CA1}" srcOrd="0" destOrd="0" presId="urn:microsoft.com/office/officeart/2011/layout/CircleProcess"/>
    <dgm:cxn modelId="{7F331B05-FF4B-49B4-80AB-718D281C6890}" type="presParOf" srcId="{7659731D-0BB8-46F1-A90D-6230B72ECE5C}" destId="{CA565102-C962-48E6-A6D1-1991E8055F79}" srcOrd="2" destOrd="0" presId="urn:microsoft.com/office/officeart/2011/layout/CircleProcess"/>
    <dgm:cxn modelId="{6E474A60-2301-4852-B588-69F0E6F097BD}" type="presParOf" srcId="{7659731D-0BB8-46F1-A90D-6230B72ECE5C}" destId="{938E6316-6CF9-499F-A271-E8CC27E81598}" srcOrd="3" destOrd="0" presId="urn:microsoft.com/office/officeart/2011/layout/CircleProcess"/>
    <dgm:cxn modelId="{86FA46CC-41B9-432F-AC71-0724D789CBD4}" type="presParOf" srcId="{938E6316-6CF9-499F-A271-E8CC27E81598}" destId="{6A7AFD4D-FB1F-4D30-A5D6-E3F556538E3C}" srcOrd="0" destOrd="0" presId="urn:microsoft.com/office/officeart/2011/layout/CircleProcess"/>
    <dgm:cxn modelId="{FCE961BD-5600-4186-9DA2-85BB21AB5766}" type="presParOf" srcId="{7659731D-0BB8-46F1-A90D-6230B72ECE5C}" destId="{E651BEDD-3349-48F8-8ABB-98823ACC16CB}" srcOrd="4" destOrd="0" presId="urn:microsoft.com/office/officeart/2011/layout/CircleProcess"/>
    <dgm:cxn modelId="{7B3CB838-F5AF-47D7-B89D-36BC02CA0584}" type="presParOf" srcId="{E651BEDD-3349-48F8-8ABB-98823ACC16CB}" destId="{12EE77F4-0D3E-4567-B6F8-046A7AE9B0E0}" srcOrd="0" destOrd="0" presId="urn:microsoft.com/office/officeart/2011/layout/CircleProcess"/>
    <dgm:cxn modelId="{26DD84B8-526C-4CEE-9F06-D1CB2A0377AD}" type="presParOf" srcId="{7659731D-0BB8-46F1-A90D-6230B72ECE5C}" destId="{616C861C-CBEB-49E4-8A4B-F724E1CDC81A}" srcOrd="5" destOrd="0" presId="urn:microsoft.com/office/officeart/2011/layout/CircleProcess"/>
    <dgm:cxn modelId="{1F686CEF-5DF5-4511-9A63-1010574A4BED}" type="presParOf" srcId="{7659731D-0BB8-46F1-A90D-6230B72ECE5C}" destId="{74D17DC5-0841-491C-ABBD-3FC7A08257C3}" srcOrd="6" destOrd="0" presId="urn:microsoft.com/office/officeart/2011/layout/CircleProcess"/>
    <dgm:cxn modelId="{6759FF2D-411A-443B-9B95-A2DE51E8B68B}" type="presParOf" srcId="{74D17DC5-0841-491C-ABBD-3FC7A08257C3}" destId="{9C412415-6711-4C43-A105-57FA8EA02C7B}" srcOrd="0" destOrd="0" presId="urn:microsoft.com/office/officeart/2011/layout/CircleProcess"/>
    <dgm:cxn modelId="{9B4982F8-2053-4D63-BB90-5768F6293021}" type="presParOf" srcId="{7659731D-0BB8-46F1-A90D-6230B72ECE5C}" destId="{9F9B95D0-BA03-4254-A6CB-DE9A16B613F3}" srcOrd="7" destOrd="0" presId="urn:microsoft.com/office/officeart/2011/layout/CircleProcess"/>
    <dgm:cxn modelId="{44A73B60-DE52-420F-9089-C2AEF8A8FF71}" type="presParOf" srcId="{9F9B95D0-BA03-4254-A6CB-DE9A16B613F3}" destId="{74341814-830F-4AB1-8DD8-B6CA267667E8}" srcOrd="0" destOrd="0" presId="urn:microsoft.com/office/officeart/2011/layout/CircleProcess"/>
    <dgm:cxn modelId="{6F4DD9B9-A3A3-448E-9B66-EBDEE4AD2C35}" type="presParOf" srcId="{7659731D-0BB8-46F1-A90D-6230B72ECE5C}" destId="{DE52A27D-375E-4494-A9A4-0CAADAB527F1}" srcOrd="8" destOrd="0" presId="urn:microsoft.com/office/officeart/2011/layout/CircleProcess"/>
    <dgm:cxn modelId="{AA2741BA-2513-4BFF-93FB-81575437A9BE}" type="presParOf" srcId="{7659731D-0BB8-46F1-A90D-6230B72ECE5C}" destId="{8B51C27E-929C-4CD2-A493-38E1E02FC424}" srcOrd="9" destOrd="0" presId="urn:microsoft.com/office/officeart/2011/layout/CircleProcess"/>
    <dgm:cxn modelId="{55927C47-94AA-491F-8A4D-3F1DF6F587D7}" type="presParOf" srcId="{8B51C27E-929C-4CD2-A493-38E1E02FC424}" destId="{40DE565C-1AA9-48BA-8FF0-926AD588414F}" srcOrd="0" destOrd="0" presId="urn:microsoft.com/office/officeart/2011/layout/CircleProcess"/>
    <dgm:cxn modelId="{78E7665E-0181-4881-BE79-87C2527CC865}" type="presParOf" srcId="{7659731D-0BB8-46F1-A90D-6230B72ECE5C}" destId="{766F23EF-E1E0-4423-947F-E4ED237B6FD0}" srcOrd="10" destOrd="0" presId="urn:microsoft.com/office/officeart/2011/layout/CircleProcess"/>
    <dgm:cxn modelId="{127FD8B7-B252-4647-85B5-0351232E544A}" type="presParOf" srcId="{766F23EF-E1E0-4423-947F-E4ED237B6FD0}" destId="{62BB2A48-C33D-4A70-847F-D0061FADB23A}" srcOrd="0" destOrd="0" presId="urn:microsoft.com/office/officeart/2011/layout/CircleProcess"/>
    <dgm:cxn modelId="{D1AE8567-8F5E-4AEA-9214-FEF9DF529E59}" type="presParOf" srcId="{7659731D-0BB8-46F1-A90D-6230B72ECE5C}" destId="{CD8AB340-B7B4-41F2-ADF1-9B8FBEDFAF6D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F1ED72-960D-492E-80F1-D060AC557EA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D3F7C9-F01D-477C-9C8C-B518BDBFB012}">
      <dgm:prSet phldrT="[Text]" phldr="0"/>
      <dgm:spPr/>
      <dgm:t>
        <a:bodyPr/>
        <a:lstStyle/>
        <a:p>
          <a:r>
            <a:rPr lang="en-US" dirty="0"/>
            <a:t>Decision</a:t>
          </a:r>
        </a:p>
      </dgm:t>
    </dgm:pt>
    <dgm:pt modelId="{36AF5D9D-D77A-466B-8B3C-8CA23FFB3661}" type="parTrans" cxnId="{56781E31-3C77-413A-B322-5C01BD6DBB8D}">
      <dgm:prSet/>
      <dgm:spPr/>
      <dgm:t>
        <a:bodyPr/>
        <a:lstStyle/>
        <a:p>
          <a:endParaRPr lang="en-US"/>
        </a:p>
      </dgm:t>
    </dgm:pt>
    <dgm:pt modelId="{DE634871-4A8A-4BEA-96CA-3BB01E79804C}" type="sibTrans" cxnId="{56781E31-3C77-413A-B322-5C01BD6DBB8D}">
      <dgm:prSet/>
      <dgm:spPr/>
      <dgm:t>
        <a:bodyPr/>
        <a:lstStyle/>
        <a:p>
          <a:endParaRPr lang="en-US"/>
        </a:p>
      </dgm:t>
    </dgm:pt>
    <dgm:pt modelId="{8624052E-B60D-48BF-8F7C-8986C10DF1D8}">
      <dgm:prSet phldrT="[Text]" phldr="0"/>
      <dgm:spPr/>
      <dgm:t>
        <a:bodyPr/>
        <a:lstStyle/>
        <a:p>
          <a:r>
            <a:rPr lang="en-US" dirty="0"/>
            <a:t>Analysis</a:t>
          </a:r>
        </a:p>
      </dgm:t>
    </dgm:pt>
    <dgm:pt modelId="{9B24B506-E0A1-4914-82B5-83F5A582220E}" type="parTrans" cxnId="{1F72B849-E915-4158-9597-4F2F78CA95AF}">
      <dgm:prSet/>
      <dgm:spPr/>
      <dgm:t>
        <a:bodyPr/>
        <a:lstStyle/>
        <a:p>
          <a:endParaRPr lang="en-US"/>
        </a:p>
      </dgm:t>
    </dgm:pt>
    <dgm:pt modelId="{BB05FBA3-B057-43B5-A813-8E86475E6162}" type="sibTrans" cxnId="{1F72B849-E915-4158-9597-4F2F78CA95AF}">
      <dgm:prSet/>
      <dgm:spPr/>
      <dgm:t>
        <a:bodyPr/>
        <a:lstStyle/>
        <a:p>
          <a:endParaRPr lang="en-US"/>
        </a:p>
      </dgm:t>
    </dgm:pt>
    <dgm:pt modelId="{34967C16-5ABF-4772-B429-9F2332332A2E}">
      <dgm:prSet phldrT="[Text]" phldr="0"/>
      <dgm:spPr/>
      <dgm:t>
        <a:bodyPr/>
        <a:lstStyle/>
        <a:p>
          <a:r>
            <a:rPr lang="en-US" dirty="0"/>
            <a:t>Raw Data</a:t>
          </a:r>
        </a:p>
      </dgm:t>
    </dgm:pt>
    <dgm:pt modelId="{5A781560-812C-4E05-B0BC-EF0AF3A263E5}" type="parTrans" cxnId="{ADF28961-C862-406E-A788-0799D16D49E1}">
      <dgm:prSet/>
      <dgm:spPr/>
      <dgm:t>
        <a:bodyPr/>
        <a:lstStyle/>
        <a:p>
          <a:endParaRPr lang="en-US"/>
        </a:p>
      </dgm:t>
    </dgm:pt>
    <dgm:pt modelId="{C780ADBB-8565-4348-BA93-7D738F0EE7C7}" type="sibTrans" cxnId="{ADF28961-C862-406E-A788-0799D16D49E1}">
      <dgm:prSet/>
      <dgm:spPr/>
      <dgm:t>
        <a:bodyPr/>
        <a:lstStyle/>
        <a:p>
          <a:endParaRPr lang="en-US"/>
        </a:p>
      </dgm:t>
    </dgm:pt>
    <dgm:pt modelId="{C212D118-D22C-4A8E-9611-1AFC5B671090}">
      <dgm:prSet phldrT="[Text]" phldr="0"/>
      <dgm:spPr/>
      <dgm:t>
        <a:bodyPr/>
        <a:lstStyle/>
        <a:p>
          <a:r>
            <a:rPr lang="en-US" dirty="0"/>
            <a:t>Collection</a:t>
          </a:r>
        </a:p>
      </dgm:t>
    </dgm:pt>
    <dgm:pt modelId="{5731B73C-F627-4A59-8525-37D1B052DA5E}" type="parTrans" cxnId="{3D12DF4F-1423-4DE3-9311-DF3EF8E18D43}">
      <dgm:prSet/>
      <dgm:spPr/>
      <dgm:t>
        <a:bodyPr/>
        <a:lstStyle/>
        <a:p>
          <a:endParaRPr lang="en-US"/>
        </a:p>
      </dgm:t>
    </dgm:pt>
    <dgm:pt modelId="{955BB7EF-B552-4965-8B9D-F87C54626D2F}" type="sibTrans" cxnId="{3D12DF4F-1423-4DE3-9311-DF3EF8E18D43}">
      <dgm:prSet/>
      <dgm:spPr/>
      <dgm:t>
        <a:bodyPr/>
        <a:lstStyle/>
        <a:p>
          <a:endParaRPr lang="en-US"/>
        </a:p>
      </dgm:t>
    </dgm:pt>
    <dgm:pt modelId="{19CDAD29-9C9F-4E8D-8936-0188FDE96F2F}">
      <dgm:prSet phldrT="[Text]" phldr="0"/>
      <dgm:spPr/>
      <dgm:t>
        <a:bodyPr/>
        <a:lstStyle/>
        <a:p>
          <a:r>
            <a:rPr lang="en-US" dirty="0"/>
            <a:t>Visuals</a:t>
          </a:r>
        </a:p>
      </dgm:t>
    </dgm:pt>
    <dgm:pt modelId="{7568B0DA-F9DF-4D45-9592-95E2DA6AC79A}" type="parTrans" cxnId="{A882A685-F9E0-416F-91D0-0EBACB9D1015}">
      <dgm:prSet/>
      <dgm:spPr/>
      <dgm:t>
        <a:bodyPr/>
        <a:lstStyle/>
        <a:p>
          <a:endParaRPr lang="en-US"/>
        </a:p>
      </dgm:t>
    </dgm:pt>
    <dgm:pt modelId="{2E7D970F-E15F-4069-BE0B-06B9B2DDAC05}" type="sibTrans" cxnId="{A882A685-F9E0-416F-91D0-0EBACB9D1015}">
      <dgm:prSet/>
      <dgm:spPr/>
      <dgm:t>
        <a:bodyPr/>
        <a:lstStyle/>
        <a:p>
          <a:endParaRPr lang="en-US"/>
        </a:p>
      </dgm:t>
    </dgm:pt>
    <dgm:pt modelId="{11562F14-C40A-479A-9432-A791F439E354}">
      <dgm:prSet phldrT="[Text]" phldr="0"/>
      <dgm:spPr/>
      <dgm:t>
        <a:bodyPr/>
        <a:lstStyle/>
        <a:p>
          <a:r>
            <a:rPr lang="en-US" dirty="0"/>
            <a:t>Cleaning</a:t>
          </a:r>
        </a:p>
      </dgm:t>
    </dgm:pt>
    <dgm:pt modelId="{B0A24382-B6A1-49C3-9EF5-CE341B7B54D4}" type="parTrans" cxnId="{A1F8794F-D78C-4299-B7A9-540ABD19E26F}">
      <dgm:prSet/>
      <dgm:spPr/>
      <dgm:t>
        <a:bodyPr/>
        <a:lstStyle/>
        <a:p>
          <a:endParaRPr lang="en-US"/>
        </a:p>
      </dgm:t>
    </dgm:pt>
    <dgm:pt modelId="{02D8A692-5582-4860-84B6-2A57991D2ED9}" type="sibTrans" cxnId="{A1F8794F-D78C-4299-B7A9-540ABD19E26F}">
      <dgm:prSet/>
      <dgm:spPr/>
      <dgm:t>
        <a:bodyPr/>
        <a:lstStyle/>
        <a:p>
          <a:endParaRPr lang="en-US"/>
        </a:p>
      </dgm:t>
    </dgm:pt>
    <dgm:pt modelId="{852A12EF-2E5A-42BE-8B67-9C908F0587B0}" type="pres">
      <dgm:prSet presAssocID="{45F1ED72-960D-492E-80F1-D060AC557EA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7423778-A136-4BFF-A0F4-94ECC1F58D96}" type="pres">
      <dgm:prSet presAssocID="{3FD3F7C9-F01D-477C-9C8C-B518BDBFB012}" presName="vertOne" presStyleCnt="0"/>
      <dgm:spPr/>
    </dgm:pt>
    <dgm:pt modelId="{B70B9699-E149-4D4C-979F-63585F7CA034}" type="pres">
      <dgm:prSet presAssocID="{3FD3F7C9-F01D-477C-9C8C-B518BDBFB012}" presName="txOne" presStyleLbl="node0" presStyleIdx="0" presStyleCnt="1">
        <dgm:presLayoutVars>
          <dgm:chPref val="3"/>
        </dgm:presLayoutVars>
      </dgm:prSet>
      <dgm:spPr/>
    </dgm:pt>
    <dgm:pt modelId="{2E45DE11-F06A-49D5-A719-8C977CB1E8EB}" type="pres">
      <dgm:prSet presAssocID="{3FD3F7C9-F01D-477C-9C8C-B518BDBFB012}" presName="parTransOne" presStyleCnt="0"/>
      <dgm:spPr/>
    </dgm:pt>
    <dgm:pt modelId="{93859555-06D6-4337-B9AF-12233DF7D639}" type="pres">
      <dgm:prSet presAssocID="{3FD3F7C9-F01D-477C-9C8C-B518BDBFB012}" presName="horzOne" presStyleCnt="0"/>
      <dgm:spPr/>
    </dgm:pt>
    <dgm:pt modelId="{375ED66B-2240-4CE4-A654-45ED033A7579}" type="pres">
      <dgm:prSet presAssocID="{8624052E-B60D-48BF-8F7C-8986C10DF1D8}" presName="vertTwo" presStyleCnt="0"/>
      <dgm:spPr/>
    </dgm:pt>
    <dgm:pt modelId="{B36DF22B-1DE5-4D18-929F-B31CDDA9D651}" type="pres">
      <dgm:prSet presAssocID="{8624052E-B60D-48BF-8F7C-8986C10DF1D8}" presName="txTwo" presStyleLbl="node2" presStyleIdx="0" presStyleCnt="2">
        <dgm:presLayoutVars>
          <dgm:chPref val="3"/>
        </dgm:presLayoutVars>
      </dgm:prSet>
      <dgm:spPr/>
    </dgm:pt>
    <dgm:pt modelId="{EF0443C6-2B09-46F5-8B69-369E7F02A8FC}" type="pres">
      <dgm:prSet presAssocID="{8624052E-B60D-48BF-8F7C-8986C10DF1D8}" presName="parTransTwo" presStyleCnt="0"/>
      <dgm:spPr/>
    </dgm:pt>
    <dgm:pt modelId="{82CD08C4-64ED-4E96-AA5C-AE6CE26E101C}" type="pres">
      <dgm:prSet presAssocID="{8624052E-B60D-48BF-8F7C-8986C10DF1D8}" presName="horzTwo" presStyleCnt="0"/>
      <dgm:spPr/>
    </dgm:pt>
    <dgm:pt modelId="{EA390D09-9AB2-4201-92A3-FAD91ADBC20A}" type="pres">
      <dgm:prSet presAssocID="{34967C16-5ABF-4772-B429-9F2332332A2E}" presName="vertThree" presStyleCnt="0"/>
      <dgm:spPr/>
    </dgm:pt>
    <dgm:pt modelId="{459BC257-F892-4315-BD70-A8A3FB32DA70}" type="pres">
      <dgm:prSet presAssocID="{34967C16-5ABF-4772-B429-9F2332332A2E}" presName="txThree" presStyleLbl="node3" presStyleIdx="0" presStyleCnt="3">
        <dgm:presLayoutVars>
          <dgm:chPref val="3"/>
        </dgm:presLayoutVars>
      </dgm:prSet>
      <dgm:spPr/>
    </dgm:pt>
    <dgm:pt modelId="{FDD2C9B7-0637-4F2E-8391-53E84BC1484C}" type="pres">
      <dgm:prSet presAssocID="{34967C16-5ABF-4772-B429-9F2332332A2E}" presName="horzThree" presStyleCnt="0"/>
      <dgm:spPr/>
    </dgm:pt>
    <dgm:pt modelId="{4787CF13-612C-4544-9F21-594F7139F5C6}" type="pres">
      <dgm:prSet presAssocID="{C780ADBB-8565-4348-BA93-7D738F0EE7C7}" presName="sibSpaceThree" presStyleCnt="0"/>
      <dgm:spPr/>
    </dgm:pt>
    <dgm:pt modelId="{B863750E-4204-4D0B-8C8B-84953F3E8D24}" type="pres">
      <dgm:prSet presAssocID="{C212D118-D22C-4A8E-9611-1AFC5B671090}" presName="vertThree" presStyleCnt="0"/>
      <dgm:spPr/>
    </dgm:pt>
    <dgm:pt modelId="{F0B5A7EA-7F27-4FD3-AA3B-9A2002044E2E}" type="pres">
      <dgm:prSet presAssocID="{C212D118-D22C-4A8E-9611-1AFC5B671090}" presName="txThree" presStyleLbl="node3" presStyleIdx="1" presStyleCnt="3">
        <dgm:presLayoutVars>
          <dgm:chPref val="3"/>
        </dgm:presLayoutVars>
      </dgm:prSet>
      <dgm:spPr/>
    </dgm:pt>
    <dgm:pt modelId="{A72569B8-18BD-410E-B146-F4113B469F5E}" type="pres">
      <dgm:prSet presAssocID="{C212D118-D22C-4A8E-9611-1AFC5B671090}" presName="horzThree" presStyleCnt="0"/>
      <dgm:spPr/>
    </dgm:pt>
    <dgm:pt modelId="{4369EBC5-8DB8-428A-8053-C8001D6C7EEB}" type="pres">
      <dgm:prSet presAssocID="{BB05FBA3-B057-43B5-A813-8E86475E6162}" presName="sibSpaceTwo" presStyleCnt="0"/>
      <dgm:spPr/>
    </dgm:pt>
    <dgm:pt modelId="{B7C6A161-D372-4B97-B586-652C55AA65D0}" type="pres">
      <dgm:prSet presAssocID="{19CDAD29-9C9F-4E8D-8936-0188FDE96F2F}" presName="vertTwo" presStyleCnt="0"/>
      <dgm:spPr/>
    </dgm:pt>
    <dgm:pt modelId="{36BBA168-BB9D-4CBA-8489-D8067726FC09}" type="pres">
      <dgm:prSet presAssocID="{19CDAD29-9C9F-4E8D-8936-0188FDE96F2F}" presName="txTwo" presStyleLbl="node2" presStyleIdx="1" presStyleCnt="2">
        <dgm:presLayoutVars>
          <dgm:chPref val="3"/>
        </dgm:presLayoutVars>
      </dgm:prSet>
      <dgm:spPr/>
    </dgm:pt>
    <dgm:pt modelId="{A7D6BE70-0EEF-4D84-906D-9D2D59318078}" type="pres">
      <dgm:prSet presAssocID="{19CDAD29-9C9F-4E8D-8936-0188FDE96F2F}" presName="parTransTwo" presStyleCnt="0"/>
      <dgm:spPr/>
    </dgm:pt>
    <dgm:pt modelId="{B6764289-5529-4275-AFCC-4AE40FED024B}" type="pres">
      <dgm:prSet presAssocID="{19CDAD29-9C9F-4E8D-8936-0188FDE96F2F}" presName="horzTwo" presStyleCnt="0"/>
      <dgm:spPr/>
    </dgm:pt>
    <dgm:pt modelId="{DC431427-BD33-474E-AAE8-FC29BEA097B5}" type="pres">
      <dgm:prSet presAssocID="{11562F14-C40A-479A-9432-A791F439E354}" presName="vertThree" presStyleCnt="0"/>
      <dgm:spPr/>
    </dgm:pt>
    <dgm:pt modelId="{7261B9AA-680E-4D59-A837-A9A977EDBB8D}" type="pres">
      <dgm:prSet presAssocID="{11562F14-C40A-479A-9432-A791F439E354}" presName="txThree" presStyleLbl="node3" presStyleIdx="2" presStyleCnt="3">
        <dgm:presLayoutVars>
          <dgm:chPref val="3"/>
        </dgm:presLayoutVars>
      </dgm:prSet>
      <dgm:spPr/>
    </dgm:pt>
    <dgm:pt modelId="{E6D07F92-E074-48EE-809A-C89210C6856A}" type="pres">
      <dgm:prSet presAssocID="{11562F14-C40A-479A-9432-A791F439E354}" presName="horzThree" presStyleCnt="0"/>
      <dgm:spPr/>
    </dgm:pt>
  </dgm:ptLst>
  <dgm:cxnLst>
    <dgm:cxn modelId="{70902B0F-9A0E-493C-825D-872DF223838E}" type="presOf" srcId="{11562F14-C40A-479A-9432-A791F439E354}" destId="{7261B9AA-680E-4D59-A837-A9A977EDBB8D}" srcOrd="0" destOrd="0" presId="urn:microsoft.com/office/officeart/2005/8/layout/hierarchy4"/>
    <dgm:cxn modelId="{9C23321F-CB5B-47EF-AA10-2A4B87F1C996}" type="presOf" srcId="{3FD3F7C9-F01D-477C-9C8C-B518BDBFB012}" destId="{B70B9699-E149-4D4C-979F-63585F7CA034}" srcOrd="0" destOrd="0" presId="urn:microsoft.com/office/officeart/2005/8/layout/hierarchy4"/>
    <dgm:cxn modelId="{56781E31-3C77-413A-B322-5C01BD6DBB8D}" srcId="{45F1ED72-960D-492E-80F1-D060AC557EA8}" destId="{3FD3F7C9-F01D-477C-9C8C-B518BDBFB012}" srcOrd="0" destOrd="0" parTransId="{36AF5D9D-D77A-466B-8B3C-8CA23FFB3661}" sibTransId="{DE634871-4A8A-4BEA-96CA-3BB01E79804C}"/>
    <dgm:cxn modelId="{8EA5C53E-A9D1-4068-8C46-8DA0C5F665A5}" type="presOf" srcId="{8624052E-B60D-48BF-8F7C-8986C10DF1D8}" destId="{B36DF22B-1DE5-4D18-929F-B31CDDA9D651}" srcOrd="0" destOrd="0" presId="urn:microsoft.com/office/officeart/2005/8/layout/hierarchy4"/>
    <dgm:cxn modelId="{ADF28961-C862-406E-A788-0799D16D49E1}" srcId="{8624052E-B60D-48BF-8F7C-8986C10DF1D8}" destId="{34967C16-5ABF-4772-B429-9F2332332A2E}" srcOrd="0" destOrd="0" parTransId="{5A781560-812C-4E05-B0BC-EF0AF3A263E5}" sibTransId="{C780ADBB-8565-4348-BA93-7D738F0EE7C7}"/>
    <dgm:cxn modelId="{1F72B849-E915-4158-9597-4F2F78CA95AF}" srcId="{3FD3F7C9-F01D-477C-9C8C-B518BDBFB012}" destId="{8624052E-B60D-48BF-8F7C-8986C10DF1D8}" srcOrd="0" destOrd="0" parTransId="{9B24B506-E0A1-4914-82B5-83F5A582220E}" sibTransId="{BB05FBA3-B057-43B5-A813-8E86475E6162}"/>
    <dgm:cxn modelId="{A1F8794F-D78C-4299-B7A9-540ABD19E26F}" srcId="{19CDAD29-9C9F-4E8D-8936-0188FDE96F2F}" destId="{11562F14-C40A-479A-9432-A791F439E354}" srcOrd="0" destOrd="0" parTransId="{B0A24382-B6A1-49C3-9EF5-CE341B7B54D4}" sibTransId="{02D8A692-5582-4860-84B6-2A57991D2ED9}"/>
    <dgm:cxn modelId="{3D12DF4F-1423-4DE3-9311-DF3EF8E18D43}" srcId="{8624052E-B60D-48BF-8F7C-8986C10DF1D8}" destId="{C212D118-D22C-4A8E-9611-1AFC5B671090}" srcOrd="1" destOrd="0" parTransId="{5731B73C-F627-4A59-8525-37D1B052DA5E}" sibTransId="{955BB7EF-B552-4965-8B9D-F87C54626D2F}"/>
    <dgm:cxn modelId="{A882A685-F9E0-416F-91D0-0EBACB9D1015}" srcId="{3FD3F7C9-F01D-477C-9C8C-B518BDBFB012}" destId="{19CDAD29-9C9F-4E8D-8936-0188FDE96F2F}" srcOrd="1" destOrd="0" parTransId="{7568B0DA-F9DF-4D45-9592-95E2DA6AC79A}" sibTransId="{2E7D970F-E15F-4069-BE0B-06B9B2DDAC05}"/>
    <dgm:cxn modelId="{6459AC8E-913D-434E-B2D5-A885460AE86C}" type="presOf" srcId="{34967C16-5ABF-4772-B429-9F2332332A2E}" destId="{459BC257-F892-4315-BD70-A8A3FB32DA70}" srcOrd="0" destOrd="0" presId="urn:microsoft.com/office/officeart/2005/8/layout/hierarchy4"/>
    <dgm:cxn modelId="{AF1970BA-CC36-45B9-9BCC-3927869645C7}" type="presOf" srcId="{C212D118-D22C-4A8E-9611-1AFC5B671090}" destId="{F0B5A7EA-7F27-4FD3-AA3B-9A2002044E2E}" srcOrd="0" destOrd="0" presId="urn:microsoft.com/office/officeart/2005/8/layout/hierarchy4"/>
    <dgm:cxn modelId="{7DB76DEC-DBC8-46FB-8FB9-3BC1E5D9D5CB}" type="presOf" srcId="{19CDAD29-9C9F-4E8D-8936-0188FDE96F2F}" destId="{36BBA168-BB9D-4CBA-8489-D8067726FC09}" srcOrd="0" destOrd="0" presId="urn:microsoft.com/office/officeart/2005/8/layout/hierarchy4"/>
    <dgm:cxn modelId="{D04BE6EF-3276-475E-9C55-99F8DE17964E}" type="presOf" srcId="{45F1ED72-960D-492E-80F1-D060AC557EA8}" destId="{852A12EF-2E5A-42BE-8B67-9C908F0587B0}" srcOrd="0" destOrd="0" presId="urn:microsoft.com/office/officeart/2005/8/layout/hierarchy4"/>
    <dgm:cxn modelId="{349C353C-4618-44D5-AA79-2A7111A5CA68}" type="presParOf" srcId="{852A12EF-2E5A-42BE-8B67-9C908F0587B0}" destId="{D7423778-A136-4BFF-A0F4-94ECC1F58D96}" srcOrd="0" destOrd="0" presId="urn:microsoft.com/office/officeart/2005/8/layout/hierarchy4"/>
    <dgm:cxn modelId="{F429D26E-6C11-4DD0-BE4E-4719499B5E84}" type="presParOf" srcId="{D7423778-A136-4BFF-A0F4-94ECC1F58D96}" destId="{B70B9699-E149-4D4C-979F-63585F7CA034}" srcOrd="0" destOrd="0" presId="urn:microsoft.com/office/officeart/2005/8/layout/hierarchy4"/>
    <dgm:cxn modelId="{AB3A1520-43A8-4E20-AA83-747F4020CFE1}" type="presParOf" srcId="{D7423778-A136-4BFF-A0F4-94ECC1F58D96}" destId="{2E45DE11-F06A-49D5-A719-8C977CB1E8EB}" srcOrd="1" destOrd="0" presId="urn:microsoft.com/office/officeart/2005/8/layout/hierarchy4"/>
    <dgm:cxn modelId="{4A4E6FDE-3E2F-44D9-9884-A5BF3F5E5B9B}" type="presParOf" srcId="{D7423778-A136-4BFF-A0F4-94ECC1F58D96}" destId="{93859555-06D6-4337-B9AF-12233DF7D639}" srcOrd="2" destOrd="0" presId="urn:microsoft.com/office/officeart/2005/8/layout/hierarchy4"/>
    <dgm:cxn modelId="{B9B3B1F7-D09D-4431-8D42-3F8509DAFE50}" type="presParOf" srcId="{93859555-06D6-4337-B9AF-12233DF7D639}" destId="{375ED66B-2240-4CE4-A654-45ED033A7579}" srcOrd="0" destOrd="0" presId="urn:microsoft.com/office/officeart/2005/8/layout/hierarchy4"/>
    <dgm:cxn modelId="{B3E4C1F6-4F06-46D9-9406-5AB25FED7046}" type="presParOf" srcId="{375ED66B-2240-4CE4-A654-45ED033A7579}" destId="{B36DF22B-1DE5-4D18-929F-B31CDDA9D651}" srcOrd="0" destOrd="0" presId="urn:microsoft.com/office/officeart/2005/8/layout/hierarchy4"/>
    <dgm:cxn modelId="{DEDBB558-BCDC-425A-9C00-FB03F2F09567}" type="presParOf" srcId="{375ED66B-2240-4CE4-A654-45ED033A7579}" destId="{EF0443C6-2B09-46F5-8B69-369E7F02A8FC}" srcOrd="1" destOrd="0" presId="urn:microsoft.com/office/officeart/2005/8/layout/hierarchy4"/>
    <dgm:cxn modelId="{8E5BF35A-C764-421E-8EC7-58461266E27E}" type="presParOf" srcId="{375ED66B-2240-4CE4-A654-45ED033A7579}" destId="{82CD08C4-64ED-4E96-AA5C-AE6CE26E101C}" srcOrd="2" destOrd="0" presId="urn:microsoft.com/office/officeart/2005/8/layout/hierarchy4"/>
    <dgm:cxn modelId="{DBE170EC-EA0A-4182-909E-6B4FF6570B1A}" type="presParOf" srcId="{82CD08C4-64ED-4E96-AA5C-AE6CE26E101C}" destId="{EA390D09-9AB2-4201-92A3-FAD91ADBC20A}" srcOrd="0" destOrd="0" presId="urn:microsoft.com/office/officeart/2005/8/layout/hierarchy4"/>
    <dgm:cxn modelId="{A35F8D07-667C-4EAE-9F6A-B89B0766C33F}" type="presParOf" srcId="{EA390D09-9AB2-4201-92A3-FAD91ADBC20A}" destId="{459BC257-F892-4315-BD70-A8A3FB32DA70}" srcOrd="0" destOrd="0" presId="urn:microsoft.com/office/officeart/2005/8/layout/hierarchy4"/>
    <dgm:cxn modelId="{00A065E7-8E91-4754-BB1F-BA925D39217E}" type="presParOf" srcId="{EA390D09-9AB2-4201-92A3-FAD91ADBC20A}" destId="{FDD2C9B7-0637-4F2E-8391-53E84BC1484C}" srcOrd="1" destOrd="0" presId="urn:microsoft.com/office/officeart/2005/8/layout/hierarchy4"/>
    <dgm:cxn modelId="{117BBFDF-F526-4BA5-ADB5-4DB68B728E93}" type="presParOf" srcId="{82CD08C4-64ED-4E96-AA5C-AE6CE26E101C}" destId="{4787CF13-612C-4544-9F21-594F7139F5C6}" srcOrd="1" destOrd="0" presId="urn:microsoft.com/office/officeart/2005/8/layout/hierarchy4"/>
    <dgm:cxn modelId="{CB51579C-DC61-464E-B364-FCC3B1FF87A4}" type="presParOf" srcId="{82CD08C4-64ED-4E96-AA5C-AE6CE26E101C}" destId="{B863750E-4204-4D0B-8C8B-84953F3E8D24}" srcOrd="2" destOrd="0" presId="urn:microsoft.com/office/officeart/2005/8/layout/hierarchy4"/>
    <dgm:cxn modelId="{63382506-1CE7-49C2-BBF1-D8A7A4B42DA1}" type="presParOf" srcId="{B863750E-4204-4D0B-8C8B-84953F3E8D24}" destId="{F0B5A7EA-7F27-4FD3-AA3B-9A2002044E2E}" srcOrd="0" destOrd="0" presId="urn:microsoft.com/office/officeart/2005/8/layout/hierarchy4"/>
    <dgm:cxn modelId="{61661580-822F-434F-AADB-8361ED9A078D}" type="presParOf" srcId="{B863750E-4204-4D0B-8C8B-84953F3E8D24}" destId="{A72569B8-18BD-410E-B146-F4113B469F5E}" srcOrd="1" destOrd="0" presId="urn:microsoft.com/office/officeart/2005/8/layout/hierarchy4"/>
    <dgm:cxn modelId="{15D6FFBC-A3A2-454E-84F0-34B02BCD5187}" type="presParOf" srcId="{93859555-06D6-4337-B9AF-12233DF7D639}" destId="{4369EBC5-8DB8-428A-8053-C8001D6C7EEB}" srcOrd="1" destOrd="0" presId="urn:microsoft.com/office/officeart/2005/8/layout/hierarchy4"/>
    <dgm:cxn modelId="{27F710D0-997C-4C61-97C6-DD148C368DCE}" type="presParOf" srcId="{93859555-06D6-4337-B9AF-12233DF7D639}" destId="{B7C6A161-D372-4B97-B586-652C55AA65D0}" srcOrd="2" destOrd="0" presId="urn:microsoft.com/office/officeart/2005/8/layout/hierarchy4"/>
    <dgm:cxn modelId="{80731AB7-993B-4AB9-90ED-E4589986079E}" type="presParOf" srcId="{B7C6A161-D372-4B97-B586-652C55AA65D0}" destId="{36BBA168-BB9D-4CBA-8489-D8067726FC09}" srcOrd="0" destOrd="0" presId="urn:microsoft.com/office/officeart/2005/8/layout/hierarchy4"/>
    <dgm:cxn modelId="{C91033D2-A1FF-4F90-88E7-41295262CD12}" type="presParOf" srcId="{B7C6A161-D372-4B97-B586-652C55AA65D0}" destId="{A7D6BE70-0EEF-4D84-906D-9D2D59318078}" srcOrd="1" destOrd="0" presId="urn:microsoft.com/office/officeart/2005/8/layout/hierarchy4"/>
    <dgm:cxn modelId="{E164A4A7-570E-4210-A03C-0969DA04C1BE}" type="presParOf" srcId="{B7C6A161-D372-4B97-B586-652C55AA65D0}" destId="{B6764289-5529-4275-AFCC-4AE40FED024B}" srcOrd="2" destOrd="0" presId="urn:microsoft.com/office/officeart/2005/8/layout/hierarchy4"/>
    <dgm:cxn modelId="{F48A84B0-8076-4A03-91F3-7A82F5435F7E}" type="presParOf" srcId="{B6764289-5529-4275-AFCC-4AE40FED024B}" destId="{DC431427-BD33-474E-AAE8-FC29BEA097B5}" srcOrd="0" destOrd="0" presId="urn:microsoft.com/office/officeart/2005/8/layout/hierarchy4"/>
    <dgm:cxn modelId="{064B11E8-E5E4-4D0D-A6FB-83D014C1DA8F}" type="presParOf" srcId="{DC431427-BD33-474E-AAE8-FC29BEA097B5}" destId="{7261B9AA-680E-4D59-A837-A9A977EDBB8D}" srcOrd="0" destOrd="0" presId="urn:microsoft.com/office/officeart/2005/8/layout/hierarchy4"/>
    <dgm:cxn modelId="{2438FB31-A8DF-4E64-8FD3-EDEC602C3950}" type="presParOf" srcId="{DC431427-BD33-474E-AAE8-FC29BEA097B5}" destId="{E6D07F92-E074-48EE-809A-C89210C6856A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1427DFF-20FD-4572-AC0D-F59574F63352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00CADB-4CB9-4556-BCC8-BFCE4C12C899}">
      <dgm:prSet phldrT="[Text]" phldr="0"/>
      <dgm:spPr/>
      <dgm:t>
        <a:bodyPr/>
        <a:lstStyle/>
        <a:p>
          <a:r>
            <a:rPr lang="en-US" dirty="0"/>
            <a:t>Data Visuals</a:t>
          </a:r>
        </a:p>
      </dgm:t>
    </dgm:pt>
    <dgm:pt modelId="{FC2DB7DA-EB82-4D06-B400-F0DE1F7934D5}" type="parTrans" cxnId="{BA3CD4A6-9ACB-40FD-B821-E2C6DECDFE3B}">
      <dgm:prSet/>
      <dgm:spPr/>
      <dgm:t>
        <a:bodyPr/>
        <a:lstStyle/>
        <a:p>
          <a:endParaRPr lang="en-US"/>
        </a:p>
      </dgm:t>
    </dgm:pt>
    <dgm:pt modelId="{19F79744-85D1-465A-BE43-F98A1BF95E91}" type="sibTrans" cxnId="{BA3CD4A6-9ACB-40FD-B821-E2C6DECDFE3B}">
      <dgm:prSet/>
      <dgm:spPr/>
      <dgm:t>
        <a:bodyPr/>
        <a:lstStyle/>
        <a:p>
          <a:endParaRPr lang="en-US"/>
        </a:p>
      </dgm:t>
    </dgm:pt>
    <dgm:pt modelId="{3C7B0D55-4764-4F22-8F68-38FAD1B55B28}">
      <dgm:prSet phldrT="[Text]" phldr="0"/>
      <dgm:spPr/>
      <dgm:t>
        <a:bodyPr/>
        <a:lstStyle/>
        <a:p>
          <a:r>
            <a:rPr lang="en-US" dirty="0"/>
            <a:t>Understand</a:t>
          </a:r>
        </a:p>
      </dgm:t>
    </dgm:pt>
    <dgm:pt modelId="{518F6E5E-A4E2-4B40-8FF3-40D43263508F}" type="parTrans" cxnId="{D3D838F9-8A09-4705-8177-098EF6404F9B}">
      <dgm:prSet/>
      <dgm:spPr/>
      <dgm:t>
        <a:bodyPr/>
        <a:lstStyle/>
        <a:p>
          <a:endParaRPr lang="en-US"/>
        </a:p>
      </dgm:t>
    </dgm:pt>
    <dgm:pt modelId="{BFE8EC60-6F68-4AB1-9233-05CCF397895E}" type="sibTrans" cxnId="{D3D838F9-8A09-4705-8177-098EF6404F9B}">
      <dgm:prSet/>
      <dgm:spPr/>
      <dgm:t>
        <a:bodyPr/>
        <a:lstStyle/>
        <a:p>
          <a:endParaRPr lang="en-US"/>
        </a:p>
      </dgm:t>
    </dgm:pt>
    <dgm:pt modelId="{A82241DB-1E2E-4F3E-8892-873BD7200C38}">
      <dgm:prSet phldrT="[Text]" phldr="0"/>
      <dgm:spPr/>
      <dgm:t>
        <a:bodyPr/>
        <a:lstStyle/>
        <a:p>
          <a:r>
            <a:rPr lang="en-US" dirty="0"/>
            <a:t>Decision</a:t>
          </a:r>
        </a:p>
      </dgm:t>
    </dgm:pt>
    <dgm:pt modelId="{B92D0271-DEF0-49ED-9BD0-7B64F148DD32}" type="parTrans" cxnId="{3009A4D5-80A5-4694-804D-A2647CF278F0}">
      <dgm:prSet/>
      <dgm:spPr/>
      <dgm:t>
        <a:bodyPr/>
        <a:lstStyle/>
        <a:p>
          <a:endParaRPr lang="en-US"/>
        </a:p>
      </dgm:t>
    </dgm:pt>
    <dgm:pt modelId="{01C38ACE-0679-4E27-B68D-B93D937503E4}" type="sibTrans" cxnId="{3009A4D5-80A5-4694-804D-A2647CF278F0}">
      <dgm:prSet/>
      <dgm:spPr/>
      <dgm:t>
        <a:bodyPr/>
        <a:lstStyle/>
        <a:p>
          <a:endParaRPr lang="en-US"/>
        </a:p>
      </dgm:t>
    </dgm:pt>
    <dgm:pt modelId="{053FA169-EF19-415E-9CC0-79CA14932A1A}" type="pres">
      <dgm:prSet presAssocID="{61427DFF-20FD-4572-AC0D-F59574F63352}" presName="linearFlow" presStyleCnt="0">
        <dgm:presLayoutVars>
          <dgm:resizeHandles val="exact"/>
        </dgm:presLayoutVars>
      </dgm:prSet>
      <dgm:spPr/>
    </dgm:pt>
    <dgm:pt modelId="{21F91BC7-4789-486C-9251-202E47CF5B97}" type="pres">
      <dgm:prSet presAssocID="{CB00CADB-4CB9-4556-BCC8-BFCE4C12C899}" presName="node" presStyleLbl="node1" presStyleIdx="0" presStyleCnt="3">
        <dgm:presLayoutVars>
          <dgm:bulletEnabled val="1"/>
        </dgm:presLayoutVars>
      </dgm:prSet>
      <dgm:spPr/>
    </dgm:pt>
    <dgm:pt modelId="{542E08EF-6AA8-406F-9558-F869C6C7FC76}" type="pres">
      <dgm:prSet presAssocID="{19F79744-85D1-465A-BE43-F98A1BF95E91}" presName="sibTrans" presStyleLbl="sibTrans2D1" presStyleIdx="0" presStyleCnt="2"/>
      <dgm:spPr/>
    </dgm:pt>
    <dgm:pt modelId="{CEB00D04-440C-4CDE-AC11-45C38DB493D3}" type="pres">
      <dgm:prSet presAssocID="{19F79744-85D1-465A-BE43-F98A1BF95E91}" presName="connectorText" presStyleLbl="sibTrans2D1" presStyleIdx="0" presStyleCnt="2"/>
      <dgm:spPr/>
    </dgm:pt>
    <dgm:pt modelId="{A04765C1-105C-466F-AF3B-3B79C5C4BD16}" type="pres">
      <dgm:prSet presAssocID="{3C7B0D55-4764-4F22-8F68-38FAD1B55B28}" presName="node" presStyleLbl="node1" presStyleIdx="1" presStyleCnt="3">
        <dgm:presLayoutVars>
          <dgm:bulletEnabled val="1"/>
        </dgm:presLayoutVars>
      </dgm:prSet>
      <dgm:spPr/>
    </dgm:pt>
    <dgm:pt modelId="{53D2556B-9C8D-4752-B12C-6B77B136D3B5}" type="pres">
      <dgm:prSet presAssocID="{BFE8EC60-6F68-4AB1-9233-05CCF397895E}" presName="sibTrans" presStyleLbl="sibTrans2D1" presStyleIdx="1" presStyleCnt="2"/>
      <dgm:spPr/>
    </dgm:pt>
    <dgm:pt modelId="{F7037452-E81D-4CFB-A10E-C78134667366}" type="pres">
      <dgm:prSet presAssocID="{BFE8EC60-6F68-4AB1-9233-05CCF397895E}" presName="connectorText" presStyleLbl="sibTrans2D1" presStyleIdx="1" presStyleCnt="2"/>
      <dgm:spPr/>
    </dgm:pt>
    <dgm:pt modelId="{4AB58B49-6961-40CE-864A-CE59C71D2383}" type="pres">
      <dgm:prSet presAssocID="{A82241DB-1E2E-4F3E-8892-873BD7200C38}" presName="node" presStyleLbl="node1" presStyleIdx="2" presStyleCnt="3">
        <dgm:presLayoutVars>
          <dgm:bulletEnabled val="1"/>
        </dgm:presLayoutVars>
      </dgm:prSet>
      <dgm:spPr/>
    </dgm:pt>
  </dgm:ptLst>
  <dgm:cxnLst>
    <dgm:cxn modelId="{7D498E33-D377-47E9-8A13-851B5FD5A434}" type="presOf" srcId="{BFE8EC60-6F68-4AB1-9233-05CCF397895E}" destId="{53D2556B-9C8D-4752-B12C-6B77B136D3B5}" srcOrd="0" destOrd="0" presId="urn:microsoft.com/office/officeart/2005/8/layout/process2"/>
    <dgm:cxn modelId="{ED9EBB3F-A811-48F7-AE16-162D8719D5A7}" type="presOf" srcId="{61427DFF-20FD-4572-AC0D-F59574F63352}" destId="{053FA169-EF19-415E-9CC0-79CA14932A1A}" srcOrd="0" destOrd="0" presId="urn:microsoft.com/office/officeart/2005/8/layout/process2"/>
    <dgm:cxn modelId="{FD53C261-AF20-4351-95F8-222F586EF72A}" type="presOf" srcId="{BFE8EC60-6F68-4AB1-9233-05CCF397895E}" destId="{F7037452-E81D-4CFB-A10E-C78134667366}" srcOrd="1" destOrd="0" presId="urn:microsoft.com/office/officeart/2005/8/layout/process2"/>
    <dgm:cxn modelId="{10250D4B-F02C-43D5-A0E9-D6D58243E2C3}" type="presOf" srcId="{A82241DB-1E2E-4F3E-8892-873BD7200C38}" destId="{4AB58B49-6961-40CE-864A-CE59C71D2383}" srcOrd="0" destOrd="0" presId="urn:microsoft.com/office/officeart/2005/8/layout/process2"/>
    <dgm:cxn modelId="{05DC588D-D61F-418C-889E-E96A8443EF2C}" type="presOf" srcId="{19F79744-85D1-465A-BE43-F98A1BF95E91}" destId="{CEB00D04-440C-4CDE-AC11-45C38DB493D3}" srcOrd="1" destOrd="0" presId="urn:microsoft.com/office/officeart/2005/8/layout/process2"/>
    <dgm:cxn modelId="{2D9FDC96-2F26-40E1-B140-0E3F24B0FCAF}" type="presOf" srcId="{CB00CADB-4CB9-4556-BCC8-BFCE4C12C899}" destId="{21F91BC7-4789-486C-9251-202E47CF5B97}" srcOrd="0" destOrd="0" presId="urn:microsoft.com/office/officeart/2005/8/layout/process2"/>
    <dgm:cxn modelId="{4B5D0B9B-6AD3-4907-8AFC-0795198CFAB4}" type="presOf" srcId="{3C7B0D55-4764-4F22-8F68-38FAD1B55B28}" destId="{A04765C1-105C-466F-AF3B-3B79C5C4BD16}" srcOrd="0" destOrd="0" presId="urn:microsoft.com/office/officeart/2005/8/layout/process2"/>
    <dgm:cxn modelId="{BA3CD4A6-9ACB-40FD-B821-E2C6DECDFE3B}" srcId="{61427DFF-20FD-4572-AC0D-F59574F63352}" destId="{CB00CADB-4CB9-4556-BCC8-BFCE4C12C899}" srcOrd="0" destOrd="0" parTransId="{FC2DB7DA-EB82-4D06-B400-F0DE1F7934D5}" sibTransId="{19F79744-85D1-465A-BE43-F98A1BF95E91}"/>
    <dgm:cxn modelId="{3009A4D5-80A5-4694-804D-A2647CF278F0}" srcId="{61427DFF-20FD-4572-AC0D-F59574F63352}" destId="{A82241DB-1E2E-4F3E-8892-873BD7200C38}" srcOrd="2" destOrd="0" parTransId="{B92D0271-DEF0-49ED-9BD0-7B64F148DD32}" sibTransId="{01C38ACE-0679-4E27-B68D-B93D937503E4}"/>
    <dgm:cxn modelId="{48B8E5D9-C815-4F72-A499-500FCDD45E42}" type="presOf" srcId="{19F79744-85D1-465A-BE43-F98A1BF95E91}" destId="{542E08EF-6AA8-406F-9558-F869C6C7FC76}" srcOrd="0" destOrd="0" presId="urn:microsoft.com/office/officeart/2005/8/layout/process2"/>
    <dgm:cxn modelId="{D3D838F9-8A09-4705-8177-098EF6404F9B}" srcId="{61427DFF-20FD-4572-AC0D-F59574F63352}" destId="{3C7B0D55-4764-4F22-8F68-38FAD1B55B28}" srcOrd="1" destOrd="0" parTransId="{518F6E5E-A4E2-4B40-8FF3-40D43263508F}" sibTransId="{BFE8EC60-6F68-4AB1-9233-05CCF397895E}"/>
    <dgm:cxn modelId="{0416B998-A1AD-4EEF-9A71-409FAB49DD39}" type="presParOf" srcId="{053FA169-EF19-415E-9CC0-79CA14932A1A}" destId="{21F91BC7-4789-486C-9251-202E47CF5B97}" srcOrd="0" destOrd="0" presId="urn:microsoft.com/office/officeart/2005/8/layout/process2"/>
    <dgm:cxn modelId="{5CB15C47-87E7-4660-B316-2E6DAE21AD19}" type="presParOf" srcId="{053FA169-EF19-415E-9CC0-79CA14932A1A}" destId="{542E08EF-6AA8-406F-9558-F869C6C7FC76}" srcOrd="1" destOrd="0" presId="urn:microsoft.com/office/officeart/2005/8/layout/process2"/>
    <dgm:cxn modelId="{8BC1F1E3-5A4F-4941-82B0-2C4CDB7821DD}" type="presParOf" srcId="{542E08EF-6AA8-406F-9558-F869C6C7FC76}" destId="{CEB00D04-440C-4CDE-AC11-45C38DB493D3}" srcOrd="0" destOrd="0" presId="urn:microsoft.com/office/officeart/2005/8/layout/process2"/>
    <dgm:cxn modelId="{7A4339C6-E636-4E69-894E-5762DDCC16EB}" type="presParOf" srcId="{053FA169-EF19-415E-9CC0-79CA14932A1A}" destId="{A04765C1-105C-466F-AF3B-3B79C5C4BD16}" srcOrd="2" destOrd="0" presId="urn:microsoft.com/office/officeart/2005/8/layout/process2"/>
    <dgm:cxn modelId="{8986A1B2-FE72-4F21-A3A2-D4EF9D1D8211}" type="presParOf" srcId="{053FA169-EF19-415E-9CC0-79CA14932A1A}" destId="{53D2556B-9C8D-4752-B12C-6B77B136D3B5}" srcOrd="3" destOrd="0" presId="urn:microsoft.com/office/officeart/2005/8/layout/process2"/>
    <dgm:cxn modelId="{EABC6790-0E3D-4EE4-B015-F4536D3B0592}" type="presParOf" srcId="{53D2556B-9C8D-4752-B12C-6B77B136D3B5}" destId="{F7037452-E81D-4CFB-A10E-C78134667366}" srcOrd="0" destOrd="0" presId="urn:microsoft.com/office/officeart/2005/8/layout/process2"/>
    <dgm:cxn modelId="{7A940323-A46F-41E6-90F7-B0F62CF5152C}" type="presParOf" srcId="{053FA169-EF19-415E-9CC0-79CA14932A1A}" destId="{4AB58B49-6961-40CE-864A-CE59C71D2383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B933E85-95A3-4ACE-8B5B-63E569FEE832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4A9B4C-D531-42F6-8999-814C7AA3378D}">
      <dgm:prSet phldrT="[Text]" phldr="0" custT="1"/>
      <dgm:spPr/>
      <dgm:t>
        <a:bodyPr/>
        <a:lstStyle/>
        <a:p>
          <a:r>
            <a:rPr lang="en-US" sz="2800" dirty="0"/>
            <a:t>Smart Course</a:t>
          </a:r>
        </a:p>
      </dgm:t>
    </dgm:pt>
    <dgm:pt modelId="{3A745079-0F2F-4C8E-B3C1-64838ACAB88F}" type="parTrans" cxnId="{8C51AE2F-0A09-4CC6-95AB-217D8AE7A7E9}">
      <dgm:prSet/>
      <dgm:spPr/>
      <dgm:t>
        <a:bodyPr/>
        <a:lstStyle/>
        <a:p>
          <a:endParaRPr lang="en-US"/>
        </a:p>
      </dgm:t>
    </dgm:pt>
    <dgm:pt modelId="{5BEF0163-5057-4312-80C7-D81076665436}" type="sibTrans" cxnId="{8C51AE2F-0A09-4CC6-95AB-217D8AE7A7E9}">
      <dgm:prSet/>
      <dgm:spPr/>
      <dgm:t>
        <a:bodyPr/>
        <a:lstStyle/>
        <a:p>
          <a:endParaRPr lang="en-US"/>
        </a:p>
      </dgm:t>
    </dgm:pt>
    <dgm:pt modelId="{13FC6552-F78D-4CE9-87A2-272767AB64B4}">
      <dgm:prSet phldrT="[Text]" phldr="0" custT="1"/>
      <dgm:spPr/>
      <dgm:t>
        <a:bodyPr/>
        <a:lstStyle/>
        <a:p>
          <a:r>
            <a:rPr lang="en-US" sz="3200" dirty="0"/>
            <a:t>Data Skills</a:t>
          </a:r>
        </a:p>
      </dgm:t>
    </dgm:pt>
    <dgm:pt modelId="{5DB679BB-331A-4F95-B19B-3B0FDACA35EF}" type="parTrans" cxnId="{CCF0D73B-ACD5-455A-9EF4-893E64CACBD0}">
      <dgm:prSet/>
      <dgm:spPr/>
      <dgm:t>
        <a:bodyPr/>
        <a:lstStyle/>
        <a:p>
          <a:endParaRPr lang="en-US"/>
        </a:p>
      </dgm:t>
    </dgm:pt>
    <dgm:pt modelId="{2AEFA001-3A91-4C9D-B022-80DAFF502147}" type="sibTrans" cxnId="{CCF0D73B-ACD5-455A-9EF4-893E64CACBD0}">
      <dgm:prSet/>
      <dgm:spPr/>
      <dgm:t>
        <a:bodyPr/>
        <a:lstStyle/>
        <a:p>
          <a:endParaRPr lang="en-US"/>
        </a:p>
      </dgm:t>
    </dgm:pt>
    <dgm:pt modelId="{074CDBA8-04F8-4AA0-B838-3C0A926710F5}">
      <dgm:prSet phldrT="[Text]" phldr="0" custT="1"/>
      <dgm:spPr/>
      <dgm:t>
        <a:bodyPr/>
        <a:lstStyle/>
        <a:p>
          <a:r>
            <a:rPr lang="en-US" sz="5400" dirty="0"/>
            <a:t>Success Factor</a:t>
          </a:r>
        </a:p>
        <a:p>
          <a:r>
            <a:rPr lang="en-US" sz="2400" dirty="0"/>
            <a:t>(Nilaya Super 30)</a:t>
          </a:r>
        </a:p>
      </dgm:t>
    </dgm:pt>
    <dgm:pt modelId="{ABD291AF-A636-4338-8AD9-69374654C5EC}" type="parTrans" cxnId="{103D1B2E-F32D-43F5-AC5B-0BDC276C9145}">
      <dgm:prSet/>
      <dgm:spPr/>
      <dgm:t>
        <a:bodyPr/>
        <a:lstStyle/>
        <a:p>
          <a:endParaRPr lang="en-US"/>
        </a:p>
      </dgm:t>
    </dgm:pt>
    <dgm:pt modelId="{1027B6B3-E3AF-4CFD-9EFA-1984A00EEB38}" type="sibTrans" cxnId="{103D1B2E-F32D-43F5-AC5B-0BDC276C9145}">
      <dgm:prSet/>
      <dgm:spPr/>
      <dgm:t>
        <a:bodyPr/>
        <a:lstStyle/>
        <a:p>
          <a:endParaRPr lang="en-US"/>
        </a:p>
      </dgm:t>
    </dgm:pt>
    <dgm:pt modelId="{A313CDA8-4EA3-4894-82C2-972E2D4C955E}" type="pres">
      <dgm:prSet presAssocID="{DB933E85-95A3-4ACE-8B5B-63E569FEE832}" presName="Name0" presStyleCnt="0">
        <dgm:presLayoutVars>
          <dgm:dir/>
          <dgm:resizeHandles val="exact"/>
        </dgm:presLayoutVars>
      </dgm:prSet>
      <dgm:spPr/>
    </dgm:pt>
    <dgm:pt modelId="{6C9C4D3A-50B9-4B4E-934B-0CFB66A9437F}" type="pres">
      <dgm:prSet presAssocID="{DB933E85-95A3-4ACE-8B5B-63E569FEE832}" presName="vNodes" presStyleCnt="0"/>
      <dgm:spPr/>
    </dgm:pt>
    <dgm:pt modelId="{4E243D82-AD4B-4942-9ADA-6D22781D0E51}" type="pres">
      <dgm:prSet presAssocID="{894A9B4C-D531-42F6-8999-814C7AA3378D}" presName="node" presStyleLbl="node1" presStyleIdx="0" presStyleCnt="3">
        <dgm:presLayoutVars>
          <dgm:bulletEnabled val="1"/>
        </dgm:presLayoutVars>
      </dgm:prSet>
      <dgm:spPr/>
    </dgm:pt>
    <dgm:pt modelId="{FF71595F-2076-49A3-B311-71C2AF58407D}" type="pres">
      <dgm:prSet presAssocID="{5BEF0163-5057-4312-80C7-D81076665436}" presName="spacerT" presStyleCnt="0"/>
      <dgm:spPr/>
    </dgm:pt>
    <dgm:pt modelId="{2CD93624-2DE3-4FB5-8FD6-04943481A0DE}" type="pres">
      <dgm:prSet presAssocID="{5BEF0163-5057-4312-80C7-D81076665436}" presName="sibTrans" presStyleLbl="sibTrans2D1" presStyleIdx="0" presStyleCnt="2"/>
      <dgm:spPr/>
    </dgm:pt>
    <dgm:pt modelId="{8C292EB8-0BB7-4185-9231-800115BE5AA0}" type="pres">
      <dgm:prSet presAssocID="{5BEF0163-5057-4312-80C7-D81076665436}" presName="spacerB" presStyleCnt="0"/>
      <dgm:spPr/>
    </dgm:pt>
    <dgm:pt modelId="{9EA433C7-79C5-4D4D-8DDA-D9A127611FFB}" type="pres">
      <dgm:prSet presAssocID="{13FC6552-F78D-4CE9-87A2-272767AB64B4}" presName="node" presStyleLbl="node1" presStyleIdx="1" presStyleCnt="3">
        <dgm:presLayoutVars>
          <dgm:bulletEnabled val="1"/>
        </dgm:presLayoutVars>
      </dgm:prSet>
      <dgm:spPr/>
    </dgm:pt>
    <dgm:pt modelId="{384D8777-D94E-4591-A566-4F80186BD2F2}" type="pres">
      <dgm:prSet presAssocID="{DB933E85-95A3-4ACE-8B5B-63E569FEE832}" presName="sibTransLast" presStyleLbl="sibTrans2D1" presStyleIdx="1" presStyleCnt="2"/>
      <dgm:spPr/>
    </dgm:pt>
    <dgm:pt modelId="{2B1E0A62-33FE-4A0A-ABE5-9726C020F691}" type="pres">
      <dgm:prSet presAssocID="{DB933E85-95A3-4ACE-8B5B-63E569FEE832}" presName="connectorText" presStyleLbl="sibTrans2D1" presStyleIdx="1" presStyleCnt="2"/>
      <dgm:spPr/>
    </dgm:pt>
    <dgm:pt modelId="{7D811EE0-0767-4EB1-BEBB-ECDB3ED99221}" type="pres">
      <dgm:prSet presAssocID="{DB933E85-95A3-4ACE-8B5B-63E569FEE832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F6D0E914-0CC3-4F16-9911-5F5A04218B58}" type="presOf" srcId="{894A9B4C-D531-42F6-8999-814C7AA3378D}" destId="{4E243D82-AD4B-4942-9ADA-6D22781D0E51}" srcOrd="0" destOrd="0" presId="urn:microsoft.com/office/officeart/2005/8/layout/equation2"/>
    <dgm:cxn modelId="{55FF9920-D6A2-4622-A9E2-BDAC5BE06DF5}" type="presOf" srcId="{2AEFA001-3A91-4C9D-B022-80DAFF502147}" destId="{2B1E0A62-33FE-4A0A-ABE5-9726C020F691}" srcOrd="1" destOrd="0" presId="urn:microsoft.com/office/officeart/2005/8/layout/equation2"/>
    <dgm:cxn modelId="{103D1B2E-F32D-43F5-AC5B-0BDC276C9145}" srcId="{DB933E85-95A3-4ACE-8B5B-63E569FEE832}" destId="{074CDBA8-04F8-4AA0-B838-3C0A926710F5}" srcOrd="2" destOrd="0" parTransId="{ABD291AF-A636-4338-8AD9-69374654C5EC}" sibTransId="{1027B6B3-E3AF-4CFD-9EFA-1984A00EEB38}"/>
    <dgm:cxn modelId="{8C51AE2F-0A09-4CC6-95AB-217D8AE7A7E9}" srcId="{DB933E85-95A3-4ACE-8B5B-63E569FEE832}" destId="{894A9B4C-D531-42F6-8999-814C7AA3378D}" srcOrd="0" destOrd="0" parTransId="{3A745079-0F2F-4C8E-B3C1-64838ACAB88F}" sibTransId="{5BEF0163-5057-4312-80C7-D81076665436}"/>
    <dgm:cxn modelId="{CCF0D73B-ACD5-455A-9EF4-893E64CACBD0}" srcId="{DB933E85-95A3-4ACE-8B5B-63E569FEE832}" destId="{13FC6552-F78D-4CE9-87A2-272767AB64B4}" srcOrd="1" destOrd="0" parTransId="{5DB679BB-331A-4F95-B19B-3B0FDACA35EF}" sibTransId="{2AEFA001-3A91-4C9D-B022-80DAFF502147}"/>
    <dgm:cxn modelId="{3977554F-13FF-4B9F-8318-FC055C96C58F}" type="presOf" srcId="{074CDBA8-04F8-4AA0-B838-3C0A926710F5}" destId="{7D811EE0-0767-4EB1-BEBB-ECDB3ED99221}" srcOrd="0" destOrd="0" presId="urn:microsoft.com/office/officeart/2005/8/layout/equation2"/>
    <dgm:cxn modelId="{1F951551-47AF-4DB1-8A0E-F73A8C62DB92}" type="presOf" srcId="{DB933E85-95A3-4ACE-8B5B-63E569FEE832}" destId="{A313CDA8-4EA3-4894-82C2-972E2D4C955E}" srcOrd="0" destOrd="0" presId="urn:microsoft.com/office/officeart/2005/8/layout/equation2"/>
    <dgm:cxn modelId="{B52E968F-8B0E-47B1-AA6E-2AFAD0BBA8AD}" type="presOf" srcId="{13FC6552-F78D-4CE9-87A2-272767AB64B4}" destId="{9EA433C7-79C5-4D4D-8DDA-D9A127611FFB}" srcOrd="0" destOrd="0" presId="urn:microsoft.com/office/officeart/2005/8/layout/equation2"/>
    <dgm:cxn modelId="{3C5B4591-642D-47A2-8B1B-CE3E51B90CD3}" type="presOf" srcId="{5BEF0163-5057-4312-80C7-D81076665436}" destId="{2CD93624-2DE3-4FB5-8FD6-04943481A0DE}" srcOrd="0" destOrd="0" presId="urn:microsoft.com/office/officeart/2005/8/layout/equation2"/>
    <dgm:cxn modelId="{8FB4DBE4-A046-43C1-8553-F33883C2DC34}" type="presOf" srcId="{2AEFA001-3A91-4C9D-B022-80DAFF502147}" destId="{384D8777-D94E-4591-A566-4F80186BD2F2}" srcOrd="0" destOrd="0" presId="urn:microsoft.com/office/officeart/2005/8/layout/equation2"/>
    <dgm:cxn modelId="{58D31195-3BA6-4DA4-A0BC-6D6DB39B8F75}" type="presParOf" srcId="{A313CDA8-4EA3-4894-82C2-972E2D4C955E}" destId="{6C9C4D3A-50B9-4B4E-934B-0CFB66A9437F}" srcOrd="0" destOrd="0" presId="urn:microsoft.com/office/officeart/2005/8/layout/equation2"/>
    <dgm:cxn modelId="{F8B10875-5782-4629-92B0-D6095F632B0D}" type="presParOf" srcId="{6C9C4D3A-50B9-4B4E-934B-0CFB66A9437F}" destId="{4E243D82-AD4B-4942-9ADA-6D22781D0E51}" srcOrd="0" destOrd="0" presId="urn:microsoft.com/office/officeart/2005/8/layout/equation2"/>
    <dgm:cxn modelId="{E1B14131-C4F9-45D1-A3F5-0CED99D68156}" type="presParOf" srcId="{6C9C4D3A-50B9-4B4E-934B-0CFB66A9437F}" destId="{FF71595F-2076-49A3-B311-71C2AF58407D}" srcOrd="1" destOrd="0" presId="urn:microsoft.com/office/officeart/2005/8/layout/equation2"/>
    <dgm:cxn modelId="{595EC7F5-18AB-4240-8D29-521D820186BD}" type="presParOf" srcId="{6C9C4D3A-50B9-4B4E-934B-0CFB66A9437F}" destId="{2CD93624-2DE3-4FB5-8FD6-04943481A0DE}" srcOrd="2" destOrd="0" presId="urn:microsoft.com/office/officeart/2005/8/layout/equation2"/>
    <dgm:cxn modelId="{2FA3C264-EFE7-4241-A555-04025C53EC16}" type="presParOf" srcId="{6C9C4D3A-50B9-4B4E-934B-0CFB66A9437F}" destId="{8C292EB8-0BB7-4185-9231-800115BE5AA0}" srcOrd="3" destOrd="0" presId="urn:microsoft.com/office/officeart/2005/8/layout/equation2"/>
    <dgm:cxn modelId="{4CEFE305-8162-4253-80B9-5D8A0B90D208}" type="presParOf" srcId="{6C9C4D3A-50B9-4B4E-934B-0CFB66A9437F}" destId="{9EA433C7-79C5-4D4D-8DDA-D9A127611FFB}" srcOrd="4" destOrd="0" presId="urn:microsoft.com/office/officeart/2005/8/layout/equation2"/>
    <dgm:cxn modelId="{FA63A6EB-A194-4CDC-A1FA-41DDC3ACC85B}" type="presParOf" srcId="{A313CDA8-4EA3-4894-82C2-972E2D4C955E}" destId="{384D8777-D94E-4591-A566-4F80186BD2F2}" srcOrd="1" destOrd="0" presId="urn:microsoft.com/office/officeart/2005/8/layout/equation2"/>
    <dgm:cxn modelId="{B5144D74-8DDE-4170-9C31-19E56D91DF89}" type="presParOf" srcId="{384D8777-D94E-4591-A566-4F80186BD2F2}" destId="{2B1E0A62-33FE-4A0A-ABE5-9726C020F691}" srcOrd="0" destOrd="0" presId="urn:microsoft.com/office/officeart/2005/8/layout/equation2"/>
    <dgm:cxn modelId="{EEBF6902-A7EE-425C-8F39-55AAE4FABA09}" type="presParOf" srcId="{A313CDA8-4EA3-4894-82C2-972E2D4C955E}" destId="{7D811EE0-0767-4EB1-BEBB-ECDB3ED99221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81BD28A-EDE1-4922-966F-3AF7757E3FB0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EB6403-09E2-4C0D-9E16-65F02D3CC90C}">
      <dgm:prSet phldrT="[Text]" phldr="0" custT="1"/>
      <dgm:spPr/>
      <dgm:t>
        <a:bodyPr/>
        <a:lstStyle/>
        <a:p>
          <a:r>
            <a:rPr lang="en-US" sz="2800" dirty="0"/>
            <a:t>9</a:t>
          </a:r>
          <a:r>
            <a:rPr lang="en-US" sz="2800" baseline="30000" dirty="0"/>
            <a:t>th</a:t>
          </a:r>
          <a:r>
            <a:rPr lang="en-US" sz="2800" dirty="0"/>
            <a:t> Rank – Times B-School Survey</a:t>
          </a:r>
        </a:p>
      </dgm:t>
    </dgm:pt>
    <dgm:pt modelId="{3FF7C8F7-657B-40ED-A579-1CF15B7749D6}" type="parTrans" cxnId="{82449C84-2DD0-408B-B917-7302C52767E8}">
      <dgm:prSet/>
      <dgm:spPr/>
      <dgm:t>
        <a:bodyPr/>
        <a:lstStyle/>
        <a:p>
          <a:endParaRPr lang="en-US"/>
        </a:p>
      </dgm:t>
    </dgm:pt>
    <dgm:pt modelId="{F747A642-ECDD-46AB-8A6F-DB1072C491DD}" type="sibTrans" cxnId="{82449C84-2DD0-408B-B917-7302C52767E8}">
      <dgm:prSet/>
      <dgm:spPr/>
      <dgm:t>
        <a:bodyPr/>
        <a:lstStyle/>
        <a:p>
          <a:endParaRPr lang="en-US"/>
        </a:p>
      </dgm:t>
    </dgm:pt>
    <dgm:pt modelId="{C14078BB-86D4-4C4D-ADFE-A994E5FB2EF4}">
      <dgm:prSet phldrT="[Text]" custT="1"/>
      <dgm:spPr/>
      <dgm:t>
        <a:bodyPr/>
        <a:lstStyle/>
        <a:p>
          <a:r>
            <a:rPr lang="en-US" sz="2800" dirty="0"/>
            <a:t>7</a:t>
          </a:r>
          <a:r>
            <a:rPr lang="en-US" sz="2800" baseline="30000" dirty="0"/>
            <a:t>th</a:t>
          </a:r>
          <a:r>
            <a:rPr lang="en-US" sz="2800" dirty="0"/>
            <a:t>  Rank – Times B-School Survey</a:t>
          </a:r>
        </a:p>
      </dgm:t>
    </dgm:pt>
    <dgm:pt modelId="{82FAB188-0F12-4A71-BA22-899F8F82E9BC}" type="parTrans" cxnId="{8359812C-29DF-4852-83AC-DDFCCC8D018F}">
      <dgm:prSet/>
      <dgm:spPr/>
      <dgm:t>
        <a:bodyPr/>
        <a:lstStyle/>
        <a:p>
          <a:endParaRPr lang="en-US"/>
        </a:p>
      </dgm:t>
    </dgm:pt>
    <dgm:pt modelId="{BCA0CB89-ABBF-4A17-B1CB-754BDF13789D}" type="sibTrans" cxnId="{8359812C-29DF-4852-83AC-DDFCCC8D018F}">
      <dgm:prSet/>
      <dgm:spPr/>
      <dgm:t>
        <a:bodyPr/>
        <a:lstStyle/>
        <a:p>
          <a:endParaRPr lang="en-US"/>
        </a:p>
      </dgm:t>
    </dgm:pt>
    <dgm:pt modelId="{11CAAC3E-E18B-4B1F-A0A8-C40635E961EE}">
      <dgm:prSet phldrT="[Text]" phldr="0"/>
      <dgm:spPr/>
      <dgm:t>
        <a:bodyPr/>
        <a:lstStyle/>
        <a:p>
          <a:r>
            <a:rPr lang="en-US" dirty="0"/>
            <a:t>Top 3 Rank</a:t>
          </a:r>
        </a:p>
      </dgm:t>
    </dgm:pt>
    <dgm:pt modelId="{6B63219F-1408-4656-86C6-E501BAEE1E21}" type="parTrans" cxnId="{390AF124-E3A2-443D-88FC-B2274AF6B47C}">
      <dgm:prSet/>
      <dgm:spPr/>
      <dgm:t>
        <a:bodyPr/>
        <a:lstStyle/>
        <a:p>
          <a:endParaRPr lang="en-US"/>
        </a:p>
      </dgm:t>
    </dgm:pt>
    <dgm:pt modelId="{42BCA508-3354-434D-B226-77EA12D07AC6}" type="sibTrans" cxnId="{390AF124-E3A2-443D-88FC-B2274AF6B47C}">
      <dgm:prSet/>
      <dgm:spPr/>
      <dgm:t>
        <a:bodyPr/>
        <a:lstStyle/>
        <a:p>
          <a:endParaRPr lang="en-US"/>
        </a:p>
      </dgm:t>
    </dgm:pt>
    <dgm:pt modelId="{79B8A301-54B6-43FC-8CF8-7664B6284EFC}" type="pres">
      <dgm:prSet presAssocID="{981BD28A-EDE1-4922-966F-3AF7757E3FB0}" presName="Name0" presStyleCnt="0">
        <dgm:presLayoutVars>
          <dgm:dir/>
          <dgm:resizeHandles val="exact"/>
        </dgm:presLayoutVars>
      </dgm:prSet>
      <dgm:spPr/>
    </dgm:pt>
    <dgm:pt modelId="{D25CA380-C934-4AA0-83D2-21F34FB447A9}" type="pres">
      <dgm:prSet presAssocID="{981BD28A-EDE1-4922-966F-3AF7757E3FB0}" presName="arrow" presStyleLbl="bgShp" presStyleIdx="0" presStyleCnt="1"/>
      <dgm:spPr/>
    </dgm:pt>
    <dgm:pt modelId="{A3FC81DB-A958-480A-8E5A-D3B51B1DDC9C}" type="pres">
      <dgm:prSet presAssocID="{981BD28A-EDE1-4922-966F-3AF7757E3FB0}" presName="points" presStyleCnt="0"/>
      <dgm:spPr/>
    </dgm:pt>
    <dgm:pt modelId="{8E81C1FA-9170-4568-81FD-EC4A174C91EF}" type="pres">
      <dgm:prSet presAssocID="{59EB6403-09E2-4C0D-9E16-65F02D3CC90C}" presName="compositeA" presStyleCnt="0"/>
      <dgm:spPr/>
    </dgm:pt>
    <dgm:pt modelId="{3E278BA6-E7AC-40F6-B65E-7722CD3C63A4}" type="pres">
      <dgm:prSet presAssocID="{59EB6403-09E2-4C0D-9E16-65F02D3CC90C}" presName="textA" presStyleLbl="revTx" presStyleIdx="0" presStyleCnt="3">
        <dgm:presLayoutVars>
          <dgm:bulletEnabled val="1"/>
        </dgm:presLayoutVars>
      </dgm:prSet>
      <dgm:spPr/>
    </dgm:pt>
    <dgm:pt modelId="{5F774359-C346-4FFC-8BC6-11392C8E8AB2}" type="pres">
      <dgm:prSet presAssocID="{59EB6403-09E2-4C0D-9E16-65F02D3CC90C}" presName="circleA" presStyleLbl="node1" presStyleIdx="0" presStyleCnt="3"/>
      <dgm:spPr/>
    </dgm:pt>
    <dgm:pt modelId="{1ECAA465-09C1-45EB-9AD7-E1F6E5FB059B}" type="pres">
      <dgm:prSet presAssocID="{59EB6403-09E2-4C0D-9E16-65F02D3CC90C}" presName="spaceA" presStyleCnt="0"/>
      <dgm:spPr/>
    </dgm:pt>
    <dgm:pt modelId="{CF119913-8F99-4D8F-AFAC-DBCA8C1AD9E8}" type="pres">
      <dgm:prSet presAssocID="{F747A642-ECDD-46AB-8A6F-DB1072C491DD}" presName="space" presStyleCnt="0"/>
      <dgm:spPr/>
    </dgm:pt>
    <dgm:pt modelId="{6FFCF629-8EE0-40E9-8B3F-FF4A8A8DC48A}" type="pres">
      <dgm:prSet presAssocID="{C14078BB-86D4-4C4D-ADFE-A994E5FB2EF4}" presName="compositeB" presStyleCnt="0"/>
      <dgm:spPr/>
    </dgm:pt>
    <dgm:pt modelId="{98C560FB-4ACE-4112-B489-0A8E0F719ECB}" type="pres">
      <dgm:prSet presAssocID="{C14078BB-86D4-4C4D-ADFE-A994E5FB2EF4}" presName="textB" presStyleLbl="revTx" presStyleIdx="1" presStyleCnt="3">
        <dgm:presLayoutVars>
          <dgm:bulletEnabled val="1"/>
        </dgm:presLayoutVars>
      </dgm:prSet>
      <dgm:spPr/>
    </dgm:pt>
    <dgm:pt modelId="{0E2EC3A0-512B-4488-AB08-FB99B53D957A}" type="pres">
      <dgm:prSet presAssocID="{C14078BB-86D4-4C4D-ADFE-A994E5FB2EF4}" presName="circleB" presStyleLbl="node1" presStyleIdx="1" presStyleCnt="3"/>
      <dgm:spPr/>
    </dgm:pt>
    <dgm:pt modelId="{0492EB1F-3633-43F0-98BC-61431EACDC6C}" type="pres">
      <dgm:prSet presAssocID="{C14078BB-86D4-4C4D-ADFE-A994E5FB2EF4}" presName="spaceB" presStyleCnt="0"/>
      <dgm:spPr/>
    </dgm:pt>
    <dgm:pt modelId="{D3E0D14F-95EB-493F-9F49-5E00EACD4FB8}" type="pres">
      <dgm:prSet presAssocID="{BCA0CB89-ABBF-4A17-B1CB-754BDF13789D}" presName="space" presStyleCnt="0"/>
      <dgm:spPr/>
    </dgm:pt>
    <dgm:pt modelId="{6D30290C-60C4-47B5-9D14-D366AFC99C6D}" type="pres">
      <dgm:prSet presAssocID="{11CAAC3E-E18B-4B1F-A0A8-C40635E961EE}" presName="compositeA" presStyleCnt="0"/>
      <dgm:spPr/>
    </dgm:pt>
    <dgm:pt modelId="{4010A009-7FEF-4E69-AAE9-2FA92448BC3B}" type="pres">
      <dgm:prSet presAssocID="{11CAAC3E-E18B-4B1F-A0A8-C40635E961EE}" presName="textA" presStyleLbl="revTx" presStyleIdx="2" presStyleCnt="3">
        <dgm:presLayoutVars>
          <dgm:bulletEnabled val="1"/>
        </dgm:presLayoutVars>
      </dgm:prSet>
      <dgm:spPr/>
    </dgm:pt>
    <dgm:pt modelId="{E8565D7E-FB72-4E53-9D20-CB5D05D8AC2F}" type="pres">
      <dgm:prSet presAssocID="{11CAAC3E-E18B-4B1F-A0A8-C40635E961EE}" presName="circleA" presStyleLbl="node1" presStyleIdx="2" presStyleCnt="3"/>
      <dgm:spPr/>
    </dgm:pt>
    <dgm:pt modelId="{969192CA-F9B3-4577-99D6-9C2A101CCB2F}" type="pres">
      <dgm:prSet presAssocID="{11CAAC3E-E18B-4B1F-A0A8-C40635E961EE}" presName="spaceA" presStyleCnt="0"/>
      <dgm:spPr/>
    </dgm:pt>
  </dgm:ptLst>
  <dgm:cxnLst>
    <dgm:cxn modelId="{025DE922-AD61-46A7-949E-8D067FD82FED}" type="presOf" srcId="{59EB6403-09E2-4C0D-9E16-65F02D3CC90C}" destId="{3E278BA6-E7AC-40F6-B65E-7722CD3C63A4}" srcOrd="0" destOrd="0" presId="urn:microsoft.com/office/officeart/2005/8/layout/hProcess11"/>
    <dgm:cxn modelId="{390AF124-E3A2-443D-88FC-B2274AF6B47C}" srcId="{981BD28A-EDE1-4922-966F-3AF7757E3FB0}" destId="{11CAAC3E-E18B-4B1F-A0A8-C40635E961EE}" srcOrd="2" destOrd="0" parTransId="{6B63219F-1408-4656-86C6-E501BAEE1E21}" sibTransId="{42BCA508-3354-434D-B226-77EA12D07AC6}"/>
    <dgm:cxn modelId="{8359812C-29DF-4852-83AC-DDFCCC8D018F}" srcId="{981BD28A-EDE1-4922-966F-3AF7757E3FB0}" destId="{C14078BB-86D4-4C4D-ADFE-A994E5FB2EF4}" srcOrd="1" destOrd="0" parTransId="{82FAB188-0F12-4A71-BA22-899F8F82E9BC}" sibTransId="{BCA0CB89-ABBF-4A17-B1CB-754BDF13789D}"/>
    <dgm:cxn modelId="{82449C84-2DD0-408B-B917-7302C52767E8}" srcId="{981BD28A-EDE1-4922-966F-3AF7757E3FB0}" destId="{59EB6403-09E2-4C0D-9E16-65F02D3CC90C}" srcOrd="0" destOrd="0" parTransId="{3FF7C8F7-657B-40ED-A579-1CF15B7749D6}" sibTransId="{F747A642-ECDD-46AB-8A6F-DB1072C491DD}"/>
    <dgm:cxn modelId="{DE0A0289-CB2B-426C-941F-1832558077BB}" type="presOf" srcId="{C14078BB-86D4-4C4D-ADFE-A994E5FB2EF4}" destId="{98C560FB-4ACE-4112-B489-0A8E0F719ECB}" srcOrd="0" destOrd="0" presId="urn:microsoft.com/office/officeart/2005/8/layout/hProcess11"/>
    <dgm:cxn modelId="{498CDBA0-CF6E-4F97-8407-D87D69981892}" type="presOf" srcId="{11CAAC3E-E18B-4B1F-A0A8-C40635E961EE}" destId="{4010A009-7FEF-4E69-AAE9-2FA92448BC3B}" srcOrd="0" destOrd="0" presId="urn:microsoft.com/office/officeart/2005/8/layout/hProcess11"/>
    <dgm:cxn modelId="{B48C05CD-3E8D-4FFF-8FE2-7C4CDE05971C}" type="presOf" srcId="{981BD28A-EDE1-4922-966F-3AF7757E3FB0}" destId="{79B8A301-54B6-43FC-8CF8-7664B6284EFC}" srcOrd="0" destOrd="0" presId="urn:microsoft.com/office/officeart/2005/8/layout/hProcess11"/>
    <dgm:cxn modelId="{38CDBB32-90B3-4464-A29F-E5DAA42D6843}" type="presParOf" srcId="{79B8A301-54B6-43FC-8CF8-7664B6284EFC}" destId="{D25CA380-C934-4AA0-83D2-21F34FB447A9}" srcOrd="0" destOrd="0" presId="urn:microsoft.com/office/officeart/2005/8/layout/hProcess11"/>
    <dgm:cxn modelId="{140F6179-871F-4D04-9A01-04855CD3EEB7}" type="presParOf" srcId="{79B8A301-54B6-43FC-8CF8-7664B6284EFC}" destId="{A3FC81DB-A958-480A-8E5A-D3B51B1DDC9C}" srcOrd="1" destOrd="0" presId="urn:microsoft.com/office/officeart/2005/8/layout/hProcess11"/>
    <dgm:cxn modelId="{2927DAB5-B382-43C1-AFBA-4B1299E0BE1D}" type="presParOf" srcId="{A3FC81DB-A958-480A-8E5A-D3B51B1DDC9C}" destId="{8E81C1FA-9170-4568-81FD-EC4A174C91EF}" srcOrd="0" destOrd="0" presId="urn:microsoft.com/office/officeart/2005/8/layout/hProcess11"/>
    <dgm:cxn modelId="{85FAC35C-D00B-48E8-A4F0-973FE860E793}" type="presParOf" srcId="{8E81C1FA-9170-4568-81FD-EC4A174C91EF}" destId="{3E278BA6-E7AC-40F6-B65E-7722CD3C63A4}" srcOrd="0" destOrd="0" presId="urn:microsoft.com/office/officeart/2005/8/layout/hProcess11"/>
    <dgm:cxn modelId="{024AEA21-3961-46DE-A7D6-D068E7B1C687}" type="presParOf" srcId="{8E81C1FA-9170-4568-81FD-EC4A174C91EF}" destId="{5F774359-C346-4FFC-8BC6-11392C8E8AB2}" srcOrd="1" destOrd="0" presId="urn:microsoft.com/office/officeart/2005/8/layout/hProcess11"/>
    <dgm:cxn modelId="{291781AA-0BA0-4A24-A9AD-E0B9CAB55B26}" type="presParOf" srcId="{8E81C1FA-9170-4568-81FD-EC4A174C91EF}" destId="{1ECAA465-09C1-45EB-9AD7-E1F6E5FB059B}" srcOrd="2" destOrd="0" presId="urn:microsoft.com/office/officeart/2005/8/layout/hProcess11"/>
    <dgm:cxn modelId="{709CFA71-2D53-4501-8856-00958567AB21}" type="presParOf" srcId="{A3FC81DB-A958-480A-8E5A-D3B51B1DDC9C}" destId="{CF119913-8F99-4D8F-AFAC-DBCA8C1AD9E8}" srcOrd="1" destOrd="0" presId="urn:microsoft.com/office/officeart/2005/8/layout/hProcess11"/>
    <dgm:cxn modelId="{8BB1DC1E-7AFA-477D-8371-51E1814F2321}" type="presParOf" srcId="{A3FC81DB-A958-480A-8E5A-D3B51B1DDC9C}" destId="{6FFCF629-8EE0-40E9-8B3F-FF4A8A8DC48A}" srcOrd="2" destOrd="0" presId="urn:microsoft.com/office/officeart/2005/8/layout/hProcess11"/>
    <dgm:cxn modelId="{D7FE634A-109A-4572-B458-D06BE7BEC180}" type="presParOf" srcId="{6FFCF629-8EE0-40E9-8B3F-FF4A8A8DC48A}" destId="{98C560FB-4ACE-4112-B489-0A8E0F719ECB}" srcOrd="0" destOrd="0" presId="urn:microsoft.com/office/officeart/2005/8/layout/hProcess11"/>
    <dgm:cxn modelId="{C2DA2566-728B-4475-9175-600ADA8D4BED}" type="presParOf" srcId="{6FFCF629-8EE0-40E9-8B3F-FF4A8A8DC48A}" destId="{0E2EC3A0-512B-4488-AB08-FB99B53D957A}" srcOrd="1" destOrd="0" presId="urn:microsoft.com/office/officeart/2005/8/layout/hProcess11"/>
    <dgm:cxn modelId="{A8EEFF29-2B85-44C4-9125-DD72C18942AF}" type="presParOf" srcId="{6FFCF629-8EE0-40E9-8B3F-FF4A8A8DC48A}" destId="{0492EB1F-3633-43F0-98BC-61431EACDC6C}" srcOrd="2" destOrd="0" presId="urn:microsoft.com/office/officeart/2005/8/layout/hProcess11"/>
    <dgm:cxn modelId="{EC78B82B-1F8C-4664-8D0B-465632626783}" type="presParOf" srcId="{A3FC81DB-A958-480A-8E5A-D3B51B1DDC9C}" destId="{D3E0D14F-95EB-493F-9F49-5E00EACD4FB8}" srcOrd="3" destOrd="0" presId="urn:microsoft.com/office/officeart/2005/8/layout/hProcess11"/>
    <dgm:cxn modelId="{9E2965A7-D06B-4DF1-B3E8-B7409DAD193F}" type="presParOf" srcId="{A3FC81DB-A958-480A-8E5A-D3B51B1DDC9C}" destId="{6D30290C-60C4-47B5-9D14-D366AFC99C6D}" srcOrd="4" destOrd="0" presId="urn:microsoft.com/office/officeart/2005/8/layout/hProcess11"/>
    <dgm:cxn modelId="{D8B7849B-23AB-42EB-93CF-46838BC1810F}" type="presParOf" srcId="{6D30290C-60C4-47B5-9D14-D366AFC99C6D}" destId="{4010A009-7FEF-4E69-AAE9-2FA92448BC3B}" srcOrd="0" destOrd="0" presId="urn:microsoft.com/office/officeart/2005/8/layout/hProcess11"/>
    <dgm:cxn modelId="{15A60E7C-E536-43B0-9FB8-0A4571BA60D0}" type="presParOf" srcId="{6D30290C-60C4-47B5-9D14-D366AFC99C6D}" destId="{E8565D7E-FB72-4E53-9D20-CB5D05D8AC2F}" srcOrd="1" destOrd="0" presId="urn:microsoft.com/office/officeart/2005/8/layout/hProcess11"/>
    <dgm:cxn modelId="{FD77F64C-CC29-4BB5-8834-E366EB3DEF74}" type="presParOf" srcId="{6D30290C-60C4-47B5-9D14-D366AFC99C6D}" destId="{969192CA-F9B3-4577-99D6-9C2A101CCB2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9D79B-97E4-4D3E-9F09-FAA3AFC88F19}">
      <dsp:nvSpPr>
        <dsp:cNvPr id="0" name=""/>
        <dsp:cNvSpPr/>
      </dsp:nvSpPr>
      <dsp:spPr>
        <a:xfrm>
          <a:off x="8836271" y="1159330"/>
          <a:ext cx="3071038" cy="30716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0860E-9EEF-4FFE-A70D-A6BA434A689A}">
      <dsp:nvSpPr>
        <dsp:cNvPr id="0" name=""/>
        <dsp:cNvSpPr/>
      </dsp:nvSpPr>
      <dsp:spPr>
        <a:xfrm>
          <a:off x="8938239" y="1261735"/>
          <a:ext cx="2867102" cy="28667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Super 50</a:t>
          </a:r>
        </a:p>
      </dsp:txBody>
      <dsp:txXfrm>
        <a:off x="9348111" y="1671354"/>
        <a:ext cx="2047358" cy="2047558"/>
      </dsp:txXfrm>
    </dsp:sp>
    <dsp:sp modelId="{4D1FAB96-DBA1-486F-9231-255D0C0E7624}">
      <dsp:nvSpPr>
        <dsp:cNvPr id="0" name=""/>
        <dsp:cNvSpPr/>
      </dsp:nvSpPr>
      <dsp:spPr>
        <a:xfrm rot="2700000">
          <a:off x="5665964" y="1163043"/>
          <a:ext cx="3063641" cy="3063641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E17AE-D599-4526-BA62-E86D852C2D92}">
      <dsp:nvSpPr>
        <dsp:cNvPr id="0" name=""/>
        <dsp:cNvSpPr/>
      </dsp:nvSpPr>
      <dsp:spPr>
        <a:xfrm>
          <a:off x="5764233" y="1261735"/>
          <a:ext cx="2867102" cy="28667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Measurable Business Decision</a:t>
          </a:r>
        </a:p>
      </dsp:txBody>
      <dsp:txXfrm>
        <a:off x="6174105" y="1671354"/>
        <a:ext cx="2047358" cy="2047558"/>
      </dsp:txXfrm>
    </dsp:sp>
    <dsp:sp modelId="{6B874281-BEAD-4FA3-81E6-919799426718}">
      <dsp:nvSpPr>
        <dsp:cNvPr id="0" name=""/>
        <dsp:cNvSpPr/>
      </dsp:nvSpPr>
      <dsp:spPr>
        <a:xfrm rot="2700000">
          <a:off x="2491958" y="1163043"/>
          <a:ext cx="3063641" cy="3063641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78AD71-3B0D-4EBF-825C-E8B2C421CCBC}">
      <dsp:nvSpPr>
        <dsp:cNvPr id="0" name=""/>
        <dsp:cNvSpPr/>
      </dsp:nvSpPr>
      <dsp:spPr>
        <a:xfrm>
          <a:off x="2590227" y="1261735"/>
          <a:ext cx="2867102" cy="28667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Practical Minds + Carrer Reediness</a:t>
          </a:r>
        </a:p>
      </dsp:txBody>
      <dsp:txXfrm>
        <a:off x="3000099" y="1671354"/>
        <a:ext cx="2047358" cy="20475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49D3B-7D40-4D5D-8738-153549EE7B76}">
      <dsp:nvSpPr>
        <dsp:cNvPr id="0" name=""/>
        <dsp:cNvSpPr/>
      </dsp:nvSpPr>
      <dsp:spPr>
        <a:xfrm>
          <a:off x="1714572" y="24407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4BFA39-0470-4387-A5B7-BDB6E26C74E3}">
      <dsp:nvSpPr>
        <dsp:cNvPr id="0" name=""/>
        <dsp:cNvSpPr/>
      </dsp:nvSpPr>
      <dsp:spPr>
        <a:xfrm>
          <a:off x="1219571" y="1447388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/>
            <a:t>IT Professional</a:t>
          </a:r>
          <a:endParaRPr lang="en-US" sz="2400" kern="1200" dirty="0"/>
        </a:p>
      </dsp:txBody>
      <dsp:txXfrm>
        <a:off x="1219571" y="1447388"/>
        <a:ext cx="1800000" cy="1417500"/>
      </dsp:txXfrm>
    </dsp:sp>
    <dsp:sp modelId="{E47151BE-3EEF-4F0D-A825-47ACC166FF54}">
      <dsp:nvSpPr>
        <dsp:cNvPr id="0" name=""/>
        <dsp:cNvSpPr/>
      </dsp:nvSpPr>
      <dsp:spPr>
        <a:xfrm>
          <a:off x="3829572" y="24407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0D304E-1538-494A-B5E1-CA7B212DE7E9}">
      <dsp:nvSpPr>
        <dsp:cNvPr id="0" name=""/>
        <dsp:cNvSpPr/>
      </dsp:nvSpPr>
      <dsp:spPr>
        <a:xfrm>
          <a:off x="3334572" y="1447388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Analytics, AI  &amp; Blockchain </a:t>
          </a:r>
          <a:r>
            <a:rPr lang="pl-PL" sz="2400" kern="1200" dirty="0"/>
            <a:t>Trainer</a:t>
          </a:r>
          <a:endParaRPr lang="en-US" sz="2400" kern="1200" dirty="0"/>
        </a:p>
      </dsp:txBody>
      <dsp:txXfrm>
        <a:off x="3334572" y="1447388"/>
        <a:ext cx="1800000" cy="1417500"/>
      </dsp:txXfrm>
    </dsp:sp>
    <dsp:sp modelId="{0F45467D-1A14-43EB-A646-6EB86C6D4871}">
      <dsp:nvSpPr>
        <dsp:cNvPr id="0" name=""/>
        <dsp:cNvSpPr/>
      </dsp:nvSpPr>
      <dsp:spPr>
        <a:xfrm>
          <a:off x="5944572" y="24407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0C7B62-6CFA-4903-8F73-6BAA8F414322}">
      <dsp:nvSpPr>
        <dsp:cNvPr id="0" name=""/>
        <dsp:cNvSpPr/>
      </dsp:nvSpPr>
      <dsp:spPr>
        <a:xfrm>
          <a:off x="5634288" y="1424084"/>
          <a:ext cx="180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Marathon, </a:t>
          </a:r>
          <a:r>
            <a:rPr lang="pl-PL" sz="2400" kern="1200" dirty="0"/>
            <a:t>Triathlon &amp; Duathlon Athelete</a:t>
          </a:r>
          <a:endParaRPr lang="en-US" sz="2400" kern="1200" dirty="0"/>
        </a:p>
      </dsp:txBody>
      <dsp:txXfrm>
        <a:off x="5634288" y="1424084"/>
        <a:ext cx="1800000" cy="141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D3665-0EB8-433A-BE9C-EE61CBB349E7}">
      <dsp:nvSpPr>
        <dsp:cNvPr id="0" name=""/>
        <dsp:cNvSpPr/>
      </dsp:nvSpPr>
      <dsp:spPr>
        <a:xfrm rot="5400000">
          <a:off x="297" y="1136429"/>
          <a:ext cx="3871238" cy="3871832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558F7-E3E3-42CE-8033-66F56ECD9A1B}">
      <dsp:nvSpPr>
        <dsp:cNvPr id="0" name=""/>
        <dsp:cNvSpPr/>
      </dsp:nvSpPr>
      <dsp:spPr>
        <a:xfrm rot="16200000">
          <a:off x="3984595" y="1136429"/>
          <a:ext cx="3871238" cy="3871832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D3C83-AB08-4A05-BBC3-F0E9475C048F}">
      <dsp:nvSpPr>
        <dsp:cNvPr id="0" name=""/>
        <dsp:cNvSpPr/>
      </dsp:nvSpPr>
      <dsp:spPr>
        <a:xfrm>
          <a:off x="4442357" y="4499495"/>
          <a:ext cx="2939312" cy="774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Understand</a:t>
          </a:r>
        </a:p>
      </dsp:txBody>
      <dsp:txXfrm>
        <a:off x="4442357" y="4499495"/>
        <a:ext cx="2939312" cy="774495"/>
      </dsp:txXfrm>
    </dsp:sp>
    <dsp:sp modelId="{7F417CE1-9E62-4389-8D46-A9CF73FC0405}">
      <dsp:nvSpPr>
        <dsp:cNvPr id="0" name=""/>
        <dsp:cNvSpPr/>
      </dsp:nvSpPr>
      <dsp:spPr>
        <a:xfrm rot="5400000">
          <a:off x="3860415" y="1136429"/>
          <a:ext cx="3871238" cy="3871832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D6234-98E8-43C1-AAEF-13974BFAB8A7}">
      <dsp:nvSpPr>
        <dsp:cNvPr id="0" name=""/>
        <dsp:cNvSpPr/>
      </dsp:nvSpPr>
      <dsp:spPr>
        <a:xfrm rot="16200000">
          <a:off x="7843541" y="1136429"/>
          <a:ext cx="3871238" cy="3871832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B802A-8B91-48DB-98F4-FAE84E280A19}">
      <dsp:nvSpPr>
        <dsp:cNvPr id="0" name=""/>
        <dsp:cNvSpPr/>
      </dsp:nvSpPr>
      <dsp:spPr>
        <a:xfrm>
          <a:off x="8018970" y="4499495"/>
          <a:ext cx="2939312" cy="774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Decision</a:t>
          </a:r>
        </a:p>
      </dsp:txBody>
      <dsp:txXfrm>
        <a:off x="8018970" y="4499495"/>
        <a:ext cx="2939312" cy="774495"/>
      </dsp:txXfrm>
    </dsp:sp>
    <dsp:sp modelId="{04651DC8-7ACA-4EB0-9680-DADB05C1B5B5}">
      <dsp:nvSpPr>
        <dsp:cNvPr id="0" name=""/>
        <dsp:cNvSpPr/>
      </dsp:nvSpPr>
      <dsp:spPr>
        <a:xfrm>
          <a:off x="4347910" y="2247550"/>
          <a:ext cx="1773709" cy="17737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Insights</a:t>
          </a:r>
        </a:p>
      </dsp:txBody>
      <dsp:txXfrm>
        <a:off x="4595590" y="2456708"/>
        <a:ext cx="1022679" cy="1355392"/>
      </dsp:txXfrm>
    </dsp:sp>
    <dsp:sp modelId="{A4305EBF-ED00-42C2-9974-115A56837526}">
      <dsp:nvSpPr>
        <dsp:cNvPr id="0" name=""/>
        <dsp:cNvSpPr/>
      </dsp:nvSpPr>
      <dsp:spPr>
        <a:xfrm>
          <a:off x="5626259" y="2247550"/>
          <a:ext cx="1773709" cy="177370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Patterns</a:t>
          </a:r>
        </a:p>
      </dsp:txBody>
      <dsp:txXfrm>
        <a:off x="6129609" y="2456708"/>
        <a:ext cx="1022679" cy="1355392"/>
      </dsp:txXfrm>
    </dsp:sp>
    <dsp:sp modelId="{CD26A1F6-71EC-4BBC-8FAD-F5ECD6875CB9}">
      <dsp:nvSpPr>
        <dsp:cNvPr id="0" name=""/>
        <dsp:cNvSpPr/>
      </dsp:nvSpPr>
      <dsp:spPr>
        <a:xfrm>
          <a:off x="1116647" y="1724405"/>
          <a:ext cx="1226635" cy="12266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Tables</a:t>
          </a:r>
        </a:p>
      </dsp:txBody>
      <dsp:txXfrm>
        <a:off x="1296284" y="1904046"/>
        <a:ext cx="867361" cy="867382"/>
      </dsp:txXfrm>
    </dsp:sp>
    <dsp:sp modelId="{5E887D5C-9835-42F9-B0B0-6019555148EA}">
      <dsp:nvSpPr>
        <dsp:cNvPr id="0" name=""/>
        <dsp:cNvSpPr/>
      </dsp:nvSpPr>
      <dsp:spPr>
        <a:xfrm>
          <a:off x="664244" y="2749951"/>
          <a:ext cx="602532" cy="6022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296E820-B63D-48E2-B6E1-DA37B638AE09}">
      <dsp:nvSpPr>
        <dsp:cNvPr id="0" name=""/>
        <dsp:cNvSpPr/>
      </dsp:nvSpPr>
      <dsp:spPr>
        <a:xfrm>
          <a:off x="2443945" y="1965694"/>
          <a:ext cx="350590" cy="35036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867B87F-0A1A-4DCD-805B-4EFC57DD8023}">
      <dsp:nvSpPr>
        <dsp:cNvPr id="0" name=""/>
        <dsp:cNvSpPr/>
      </dsp:nvSpPr>
      <dsp:spPr>
        <a:xfrm>
          <a:off x="2313660" y="2457052"/>
          <a:ext cx="1226635" cy="12266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Visuals</a:t>
          </a:r>
        </a:p>
      </dsp:txBody>
      <dsp:txXfrm>
        <a:off x="2493297" y="2636693"/>
        <a:ext cx="867361" cy="867382"/>
      </dsp:txXfrm>
    </dsp:sp>
    <dsp:sp modelId="{C7145BD7-0FB0-490C-A1B9-420344FA4C91}">
      <dsp:nvSpPr>
        <dsp:cNvPr id="0" name=""/>
        <dsp:cNvSpPr/>
      </dsp:nvSpPr>
      <dsp:spPr>
        <a:xfrm>
          <a:off x="2441932" y="3758737"/>
          <a:ext cx="350590" cy="35036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AD28A58-AAF5-46F6-8163-BDFA32A46B54}">
      <dsp:nvSpPr>
        <dsp:cNvPr id="0" name=""/>
        <dsp:cNvSpPr/>
      </dsp:nvSpPr>
      <dsp:spPr>
        <a:xfrm>
          <a:off x="1138505" y="3158041"/>
          <a:ext cx="1226635" cy="12266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Ratings</a:t>
          </a:r>
        </a:p>
      </dsp:txBody>
      <dsp:txXfrm>
        <a:off x="1318142" y="3337682"/>
        <a:ext cx="867361" cy="867382"/>
      </dsp:txXfrm>
    </dsp:sp>
    <dsp:sp modelId="{2E151B57-292E-4716-9631-FCD0D3A89FAD}">
      <dsp:nvSpPr>
        <dsp:cNvPr id="0" name=""/>
        <dsp:cNvSpPr/>
      </dsp:nvSpPr>
      <dsp:spPr>
        <a:xfrm>
          <a:off x="8352849" y="1936873"/>
          <a:ext cx="2261009" cy="22606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Inference</a:t>
          </a:r>
        </a:p>
      </dsp:txBody>
      <dsp:txXfrm>
        <a:off x="8683966" y="2267930"/>
        <a:ext cx="1598775" cy="1598487"/>
      </dsp:txXfrm>
    </dsp:sp>
    <dsp:sp modelId="{4E129F79-58A2-47C5-8AF3-74189D3E264C}">
      <dsp:nvSpPr>
        <dsp:cNvPr id="0" name=""/>
        <dsp:cNvSpPr/>
      </dsp:nvSpPr>
      <dsp:spPr>
        <a:xfrm>
          <a:off x="727506" y="4499495"/>
          <a:ext cx="2939312" cy="774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Data Output</a:t>
          </a:r>
        </a:p>
      </dsp:txBody>
      <dsp:txXfrm>
        <a:off x="727506" y="4499495"/>
        <a:ext cx="2939312" cy="7744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43C33-C5CA-41FE-9D39-AB7FB4EE0E9E}">
      <dsp:nvSpPr>
        <dsp:cNvPr id="0" name=""/>
        <dsp:cNvSpPr/>
      </dsp:nvSpPr>
      <dsp:spPr>
        <a:xfrm>
          <a:off x="9114296" y="1012393"/>
          <a:ext cx="2682165" cy="26823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A41DE-FF79-47D3-8F3E-F8B12BF15CA1}">
      <dsp:nvSpPr>
        <dsp:cNvPr id="0" name=""/>
        <dsp:cNvSpPr/>
      </dsp:nvSpPr>
      <dsp:spPr>
        <a:xfrm>
          <a:off x="9204008" y="1101819"/>
          <a:ext cx="2503891" cy="25034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Decision</a:t>
          </a:r>
        </a:p>
      </dsp:txBody>
      <dsp:txXfrm>
        <a:off x="9561707" y="1459522"/>
        <a:ext cx="1788493" cy="1788044"/>
      </dsp:txXfrm>
    </dsp:sp>
    <dsp:sp modelId="{6A7AFD4D-FB1F-4D30-A5D6-E3F556538E3C}">
      <dsp:nvSpPr>
        <dsp:cNvPr id="0" name=""/>
        <dsp:cNvSpPr/>
      </dsp:nvSpPr>
      <dsp:spPr>
        <a:xfrm rot="2700000">
          <a:off x="6330895" y="1012205"/>
          <a:ext cx="2682209" cy="26822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E77F4-0D3E-4567-B6F8-046A7AE9B0E0}">
      <dsp:nvSpPr>
        <dsp:cNvPr id="0" name=""/>
        <dsp:cNvSpPr/>
      </dsp:nvSpPr>
      <dsp:spPr>
        <a:xfrm>
          <a:off x="6432131" y="1101819"/>
          <a:ext cx="2503891" cy="25034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Insight</a:t>
          </a:r>
        </a:p>
      </dsp:txBody>
      <dsp:txXfrm>
        <a:off x="6789829" y="1459522"/>
        <a:ext cx="1788493" cy="1788044"/>
      </dsp:txXfrm>
    </dsp:sp>
    <dsp:sp modelId="{9C412415-6711-4C43-A105-57FA8EA02C7B}">
      <dsp:nvSpPr>
        <dsp:cNvPr id="0" name=""/>
        <dsp:cNvSpPr/>
      </dsp:nvSpPr>
      <dsp:spPr>
        <a:xfrm rot="2700000">
          <a:off x="3570519" y="1012205"/>
          <a:ext cx="2682209" cy="26822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41814-830F-4AB1-8DD8-B6CA267667E8}">
      <dsp:nvSpPr>
        <dsp:cNvPr id="0" name=""/>
        <dsp:cNvSpPr/>
      </dsp:nvSpPr>
      <dsp:spPr>
        <a:xfrm>
          <a:off x="3660253" y="1101819"/>
          <a:ext cx="2503891" cy="25034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Analysis</a:t>
          </a:r>
        </a:p>
      </dsp:txBody>
      <dsp:txXfrm>
        <a:off x="4017952" y="1459522"/>
        <a:ext cx="1788493" cy="1788044"/>
      </dsp:txXfrm>
    </dsp:sp>
    <dsp:sp modelId="{40DE565C-1AA9-48BA-8FF0-926AD588414F}">
      <dsp:nvSpPr>
        <dsp:cNvPr id="0" name=""/>
        <dsp:cNvSpPr/>
      </dsp:nvSpPr>
      <dsp:spPr>
        <a:xfrm rot="2700000">
          <a:off x="798641" y="1012205"/>
          <a:ext cx="2682209" cy="26822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B2A48-C33D-4A70-847F-D0061FADB23A}">
      <dsp:nvSpPr>
        <dsp:cNvPr id="0" name=""/>
        <dsp:cNvSpPr/>
      </dsp:nvSpPr>
      <dsp:spPr>
        <a:xfrm>
          <a:off x="888375" y="1101819"/>
          <a:ext cx="2503891" cy="25034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Raw Data</a:t>
          </a:r>
        </a:p>
      </dsp:txBody>
      <dsp:txXfrm>
        <a:off x="1246074" y="1459522"/>
        <a:ext cx="1788493" cy="17880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43C33-C5CA-41FE-9D39-AB7FB4EE0E9E}">
      <dsp:nvSpPr>
        <dsp:cNvPr id="0" name=""/>
        <dsp:cNvSpPr/>
      </dsp:nvSpPr>
      <dsp:spPr>
        <a:xfrm>
          <a:off x="9114296" y="1012393"/>
          <a:ext cx="2682165" cy="26823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A41DE-FF79-47D3-8F3E-F8B12BF15CA1}">
      <dsp:nvSpPr>
        <dsp:cNvPr id="0" name=""/>
        <dsp:cNvSpPr/>
      </dsp:nvSpPr>
      <dsp:spPr>
        <a:xfrm>
          <a:off x="9204008" y="1101819"/>
          <a:ext cx="2503891" cy="25034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Solve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Business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Purpose</a:t>
          </a:r>
        </a:p>
      </dsp:txBody>
      <dsp:txXfrm>
        <a:off x="9561707" y="1459522"/>
        <a:ext cx="1788493" cy="1788044"/>
      </dsp:txXfrm>
    </dsp:sp>
    <dsp:sp modelId="{6A7AFD4D-FB1F-4D30-A5D6-E3F556538E3C}">
      <dsp:nvSpPr>
        <dsp:cNvPr id="0" name=""/>
        <dsp:cNvSpPr/>
      </dsp:nvSpPr>
      <dsp:spPr>
        <a:xfrm rot="2700000">
          <a:off x="6330895" y="1012205"/>
          <a:ext cx="2682209" cy="26822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E77F4-0D3E-4567-B6F8-046A7AE9B0E0}">
      <dsp:nvSpPr>
        <dsp:cNvPr id="0" name=""/>
        <dsp:cNvSpPr/>
      </dsp:nvSpPr>
      <dsp:spPr>
        <a:xfrm>
          <a:off x="6432131" y="1101819"/>
          <a:ext cx="2503891" cy="25034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Decisions</a:t>
          </a:r>
        </a:p>
      </dsp:txBody>
      <dsp:txXfrm>
        <a:off x="6789829" y="1459522"/>
        <a:ext cx="1788493" cy="1788044"/>
      </dsp:txXfrm>
    </dsp:sp>
    <dsp:sp modelId="{9C412415-6711-4C43-A105-57FA8EA02C7B}">
      <dsp:nvSpPr>
        <dsp:cNvPr id="0" name=""/>
        <dsp:cNvSpPr/>
      </dsp:nvSpPr>
      <dsp:spPr>
        <a:xfrm rot="2700000">
          <a:off x="3570519" y="1012205"/>
          <a:ext cx="2682209" cy="26822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41814-830F-4AB1-8DD8-B6CA267667E8}">
      <dsp:nvSpPr>
        <dsp:cNvPr id="0" name=""/>
        <dsp:cNvSpPr/>
      </dsp:nvSpPr>
      <dsp:spPr>
        <a:xfrm>
          <a:off x="3660253" y="1101819"/>
          <a:ext cx="2503891" cy="25034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Discover Patterns</a:t>
          </a:r>
        </a:p>
      </dsp:txBody>
      <dsp:txXfrm>
        <a:off x="4017952" y="1459522"/>
        <a:ext cx="1788493" cy="1788044"/>
      </dsp:txXfrm>
    </dsp:sp>
    <dsp:sp modelId="{40DE565C-1AA9-48BA-8FF0-926AD588414F}">
      <dsp:nvSpPr>
        <dsp:cNvPr id="0" name=""/>
        <dsp:cNvSpPr/>
      </dsp:nvSpPr>
      <dsp:spPr>
        <a:xfrm rot="2700000">
          <a:off x="798641" y="1012205"/>
          <a:ext cx="2682209" cy="26822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B2A48-C33D-4A70-847F-D0061FADB23A}">
      <dsp:nvSpPr>
        <dsp:cNvPr id="0" name=""/>
        <dsp:cNvSpPr/>
      </dsp:nvSpPr>
      <dsp:spPr>
        <a:xfrm>
          <a:off x="888375" y="1101819"/>
          <a:ext cx="2503891" cy="25034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Ask Right Questions</a:t>
          </a:r>
        </a:p>
      </dsp:txBody>
      <dsp:txXfrm>
        <a:off x="1246074" y="1459522"/>
        <a:ext cx="1788493" cy="17880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B9699-E149-4D4C-979F-63585F7CA034}">
      <dsp:nvSpPr>
        <dsp:cNvPr id="0" name=""/>
        <dsp:cNvSpPr/>
      </dsp:nvSpPr>
      <dsp:spPr>
        <a:xfrm>
          <a:off x="827" y="483"/>
          <a:ext cx="7207165" cy="15977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Decision</a:t>
          </a:r>
        </a:p>
      </dsp:txBody>
      <dsp:txXfrm>
        <a:off x="47623" y="47279"/>
        <a:ext cx="7113573" cy="1504155"/>
      </dsp:txXfrm>
    </dsp:sp>
    <dsp:sp modelId="{B36DF22B-1DE5-4D18-929F-B31CDDA9D651}">
      <dsp:nvSpPr>
        <dsp:cNvPr id="0" name=""/>
        <dsp:cNvSpPr/>
      </dsp:nvSpPr>
      <dsp:spPr>
        <a:xfrm>
          <a:off x="827" y="1725961"/>
          <a:ext cx="4707943" cy="15977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Analysis</a:t>
          </a:r>
        </a:p>
      </dsp:txBody>
      <dsp:txXfrm>
        <a:off x="47623" y="1772757"/>
        <a:ext cx="4614351" cy="1504155"/>
      </dsp:txXfrm>
    </dsp:sp>
    <dsp:sp modelId="{459BC257-F892-4315-BD70-A8A3FB32DA70}">
      <dsp:nvSpPr>
        <dsp:cNvPr id="0" name=""/>
        <dsp:cNvSpPr/>
      </dsp:nvSpPr>
      <dsp:spPr>
        <a:xfrm>
          <a:off x="827" y="3451440"/>
          <a:ext cx="2305555" cy="15977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Raw Data</a:t>
          </a:r>
        </a:p>
      </dsp:txBody>
      <dsp:txXfrm>
        <a:off x="47623" y="3498236"/>
        <a:ext cx="2211963" cy="1504155"/>
      </dsp:txXfrm>
    </dsp:sp>
    <dsp:sp modelId="{F0B5A7EA-7F27-4FD3-AA3B-9A2002044E2E}">
      <dsp:nvSpPr>
        <dsp:cNvPr id="0" name=""/>
        <dsp:cNvSpPr/>
      </dsp:nvSpPr>
      <dsp:spPr>
        <a:xfrm>
          <a:off x="2403215" y="3451440"/>
          <a:ext cx="2305555" cy="15977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Collection</a:t>
          </a:r>
        </a:p>
      </dsp:txBody>
      <dsp:txXfrm>
        <a:off x="2450011" y="3498236"/>
        <a:ext cx="2211963" cy="1504155"/>
      </dsp:txXfrm>
    </dsp:sp>
    <dsp:sp modelId="{36BBA168-BB9D-4CBA-8489-D8067726FC09}">
      <dsp:nvSpPr>
        <dsp:cNvPr id="0" name=""/>
        <dsp:cNvSpPr/>
      </dsp:nvSpPr>
      <dsp:spPr>
        <a:xfrm>
          <a:off x="4902437" y="1725961"/>
          <a:ext cx="2305555" cy="15977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Visuals</a:t>
          </a:r>
        </a:p>
      </dsp:txBody>
      <dsp:txXfrm>
        <a:off x="4949233" y="1772757"/>
        <a:ext cx="2211963" cy="1504155"/>
      </dsp:txXfrm>
    </dsp:sp>
    <dsp:sp modelId="{7261B9AA-680E-4D59-A837-A9A977EDBB8D}">
      <dsp:nvSpPr>
        <dsp:cNvPr id="0" name=""/>
        <dsp:cNvSpPr/>
      </dsp:nvSpPr>
      <dsp:spPr>
        <a:xfrm>
          <a:off x="4902437" y="3451440"/>
          <a:ext cx="2305555" cy="15977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Cleaning</a:t>
          </a:r>
        </a:p>
      </dsp:txBody>
      <dsp:txXfrm>
        <a:off x="4949233" y="3498236"/>
        <a:ext cx="2211963" cy="15041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91BC7-4789-486C-9251-202E47CF5B97}">
      <dsp:nvSpPr>
        <dsp:cNvPr id="0" name=""/>
        <dsp:cNvSpPr/>
      </dsp:nvSpPr>
      <dsp:spPr>
        <a:xfrm>
          <a:off x="2590003" y="0"/>
          <a:ext cx="2296556" cy="1275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Data Visuals</a:t>
          </a:r>
        </a:p>
      </dsp:txBody>
      <dsp:txXfrm>
        <a:off x="2627372" y="37369"/>
        <a:ext cx="2221818" cy="1201126"/>
      </dsp:txXfrm>
    </dsp:sp>
    <dsp:sp modelId="{542E08EF-6AA8-406F-9558-F869C6C7FC76}">
      <dsp:nvSpPr>
        <dsp:cNvPr id="0" name=""/>
        <dsp:cNvSpPr/>
      </dsp:nvSpPr>
      <dsp:spPr>
        <a:xfrm rot="5400000">
          <a:off x="3499057" y="1307761"/>
          <a:ext cx="478449" cy="5741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3566041" y="1355606"/>
        <a:ext cx="344483" cy="334914"/>
      </dsp:txXfrm>
    </dsp:sp>
    <dsp:sp modelId="{A04765C1-105C-466F-AF3B-3B79C5C4BD16}">
      <dsp:nvSpPr>
        <dsp:cNvPr id="0" name=""/>
        <dsp:cNvSpPr/>
      </dsp:nvSpPr>
      <dsp:spPr>
        <a:xfrm>
          <a:off x="2590003" y="1913797"/>
          <a:ext cx="2296556" cy="1275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Understand</a:t>
          </a:r>
        </a:p>
      </dsp:txBody>
      <dsp:txXfrm>
        <a:off x="2627372" y="1951166"/>
        <a:ext cx="2221818" cy="1201126"/>
      </dsp:txXfrm>
    </dsp:sp>
    <dsp:sp modelId="{53D2556B-9C8D-4752-B12C-6B77B136D3B5}">
      <dsp:nvSpPr>
        <dsp:cNvPr id="0" name=""/>
        <dsp:cNvSpPr/>
      </dsp:nvSpPr>
      <dsp:spPr>
        <a:xfrm rot="5400000">
          <a:off x="3499057" y="3221558"/>
          <a:ext cx="478449" cy="5741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3566041" y="3269403"/>
        <a:ext cx="344483" cy="334914"/>
      </dsp:txXfrm>
    </dsp:sp>
    <dsp:sp modelId="{4AB58B49-6961-40CE-864A-CE59C71D2383}">
      <dsp:nvSpPr>
        <dsp:cNvPr id="0" name=""/>
        <dsp:cNvSpPr/>
      </dsp:nvSpPr>
      <dsp:spPr>
        <a:xfrm>
          <a:off x="2590003" y="3827594"/>
          <a:ext cx="2296556" cy="12758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Decision</a:t>
          </a:r>
        </a:p>
      </dsp:txBody>
      <dsp:txXfrm>
        <a:off x="2627372" y="3864963"/>
        <a:ext cx="2221818" cy="12011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43D82-AD4B-4942-9ADA-6D22781D0E51}">
      <dsp:nvSpPr>
        <dsp:cNvPr id="0" name=""/>
        <dsp:cNvSpPr/>
      </dsp:nvSpPr>
      <dsp:spPr>
        <a:xfrm>
          <a:off x="349626" y="2059"/>
          <a:ext cx="1731211" cy="17312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Smart Course</a:t>
          </a:r>
        </a:p>
      </dsp:txBody>
      <dsp:txXfrm>
        <a:off x="603156" y="255589"/>
        <a:ext cx="1224151" cy="1224151"/>
      </dsp:txXfrm>
    </dsp:sp>
    <dsp:sp modelId="{2CD93624-2DE3-4FB5-8FD6-04943481A0DE}">
      <dsp:nvSpPr>
        <dsp:cNvPr id="0" name=""/>
        <dsp:cNvSpPr/>
      </dsp:nvSpPr>
      <dsp:spPr>
        <a:xfrm>
          <a:off x="713181" y="1873845"/>
          <a:ext cx="1004102" cy="1004102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46275" y="2257814"/>
        <a:ext cx="737914" cy="236164"/>
      </dsp:txXfrm>
    </dsp:sp>
    <dsp:sp modelId="{9EA433C7-79C5-4D4D-8DDA-D9A127611FFB}">
      <dsp:nvSpPr>
        <dsp:cNvPr id="0" name=""/>
        <dsp:cNvSpPr/>
      </dsp:nvSpPr>
      <dsp:spPr>
        <a:xfrm>
          <a:off x="349626" y="3018522"/>
          <a:ext cx="1731211" cy="17312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Data Skills</a:t>
          </a:r>
        </a:p>
      </dsp:txBody>
      <dsp:txXfrm>
        <a:off x="603156" y="3272052"/>
        <a:ext cx="1224151" cy="1224151"/>
      </dsp:txXfrm>
    </dsp:sp>
    <dsp:sp modelId="{384D8777-D94E-4591-A566-4F80186BD2F2}">
      <dsp:nvSpPr>
        <dsp:cNvPr id="0" name=""/>
        <dsp:cNvSpPr/>
      </dsp:nvSpPr>
      <dsp:spPr>
        <a:xfrm>
          <a:off x="2340520" y="2053891"/>
          <a:ext cx="550525" cy="644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2340520" y="2182693"/>
        <a:ext cx="385368" cy="386406"/>
      </dsp:txXfrm>
    </dsp:sp>
    <dsp:sp modelId="{7D811EE0-0767-4EB1-BEBB-ECDB3ED99221}">
      <dsp:nvSpPr>
        <dsp:cNvPr id="0" name=""/>
        <dsp:cNvSpPr/>
      </dsp:nvSpPr>
      <dsp:spPr>
        <a:xfrm>
          <a:off x="3119565" y="644685"/>
          <a:ext cx="3462422" cy="34624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Success Factor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(Nilaya Super 30)</a:t>
          </a:r>
        </a:p>
      </dsp:txBody>
      <dsp:txXfrm>
        <a:off x="3626625" y="1151745"/>
        <a:ext cx="2448302" cy="24483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CA380-C934-4AA0-83D2-21F34FB447A9}">
      <dsp:nvSpPr>
        <dsp:cNvPr id="0" name=""/>
        <dsp:cNvSpPr/>
      </dsp:nvSpPr>
      <dsp:spPr>
        <a:xfrm>
          <a:off x="0" y="918838"/>
          <a:ext cx="9082844" cy="122511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78BA6-E7AC-40F6-B65E-7722CD3C63A4}">
      <dsp:nvSpPr>
        <dsp:cNvPr id="0" name=""/>
        <dsp:cNvSpPr/>
      </dsp:nvSpPr>
      <dsp:spPr>
        <a:xfrm>
          <a:off x="3991" y="0"/>
          <a:ext cx="2634379" cy="1225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9</a:t>
          </a:r>
          <a:r>
            <a:rPr lang="en-US" sz="2800" kern="1200" baseline="30000" dirty="0"/>
            <a:t>th</a:t>
          </a:r>
          <a:r>
            <a:rPr lang="en-US" sz="2800" kern="1200" dirty="0"/>
            <a:t> Rank – Times B-School Survey</a:t>
          </a:r>
        </a:p>
      </dsp:txBody>
      <dsp:txXfrm>
        <a:off x="3991" y="0"/>
        <a:ext cx="2634379" cy="1225118"/>
      </dsp:txXfrm>
    </dsp:sp>
    <dsp:sp modelId="{5F774359-C346-4FFC-8BC6-11392C8E8AB2}">
      <dsp:nvSpPr>
        <dsp:cNvPr id="0" name=""/>
        <dsp:cNvSpPr/>
      </dsp:nvSpPr>
      <dsp:spPr>
        <a:xfrm>
          <a:off x="1168041" y="1378258"/>
          <a:ext cx="306279" cy="3062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560FB-4ACE-4112-B489-0A8E0F719ECB}">
      <dsp:nvSpPr>
        <dsp:cNvPr id="0" name=""/>
        <dsp:cNvSpPr/>
      </dsp:nvSpPr>
      <dsp:spPr>
        <a:xfrm>
          <a:off x="2770090" y="1837677"/>
          <a:ext cx="2634379" cy="1225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7</a:t>
          </a:r>
          <a:r>
            <a:rPr lang="en-US" sz="2800" kern="1200" baseline="30000" dirty="0"/>
            <a:t>th</a:t>
          </a:r>
          <a:r>
            <a:rPr lang="en-US" sz="2800" kern="1200" dirty="0"/>
            <a:t>  Rank – Times B-School Survey</a:t>
          </a:r>
        </a:p>
      </dsp:txBody>
      <dsp:txXfrm>
        <a:off x="2770090" y="1837677"/>
        <a:ext cx="2634379" cy="1225118"/>
      </dsp:txXfrm>
    </dsp:sp>
    <dsp:sp modelId="{0E2EC3A0-512B-4488-AB08-FB99B53D957A}">
      <dsp:nvSpPr>
        <dsp:cNvPr id="0" name=""/>
        <dsp:cNvSpPr/>
      </dsp:nvSpPr>
      <dsp:spPr>
        <a:xfrm>
          <a:off x="3934140" y="1378258"/>
          <a:ext cx="306279" cy="3062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0A009-7FEF-4E69-AAE9-2FA92448BC3B}">
      <dsp:nvSpPr>
        <dsp:cNvPr id="0" name=""/>
        <dsp:cNvSpPr/>
      </dsp:nvSpPr>
      <dsp:spPr>
        <a:xfrm>
          <a:off x="5536188" y="0"/>
          <a:ext cx="2634379" cy="1225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b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Top 3 Rank</a:t>
          </a:r>
        </a:p>
      </dsp:txBody>
      <dsp:txXfrm>
        <a:off x="5536188" y="0"/>
        <a:ext cx="2634379" cy="1225118"/>
      </dsp:txXfrm>
    </dsp:sp>
    <dsp:sp modelId="{E8565D7E-FB72-4E53-9D20-CB5D05D8AC2F}">
      <dsp:nvSpPr>
        <dsp:cNvPr id="0" name=""/>
        <dsp:cNvSpPr/>
      </dsp:nvSpPr>
      <dsp:spPr>
        <a:xfrm>
          <a:off x="6700238" y="1378258"/>
          <a:ext cx="306279" cy="3062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B9779-01B0-4182-AFC5-17142344A81C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B0B86-870F-4570-A578-5D01796EE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8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B0B86-870F-4570-A578-5D01796EEC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22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B0B86-870F-4570-A578-5D01796EEC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25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B0B86-870F-4570-A578-5D01796EEC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5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2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4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7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5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9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75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76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9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714BD-764B-3055-D237-B4FD1775C7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92548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4.png"/><Relationship Id="rId7" Type="http://schemas.openxmlformats.org/officeDocument/2006/relationships/diagramData" Target="../diagrams/data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microsoft.com/office/2007/relationships/diagramDrawing" Target="../diagrams/drawing2.xml"/><Relationship Id="rId5" Type="http://schemas.openxmlformats.org/officeDocument/2006/relationships/image" Target="../media/image6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5.png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nlock the Power of Data-Driven Decision-Making">
            <a:extLst>
              <a:ext uri="{FF2B5EF4-FFF2-40B4-BE49-F238E27FC236}">
                <a16:creationId xmlns:a16="http://schemas.microsoft.com/office/drawing/2014/main" id="{A7A4F70D-F3F6-847A-E000-A986D6F952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4" r="9815" b="2"/>
          <a:stretch>
            <a:fillRect/>
          </a:stretch>
        </p:blipFill>
        <p:spPr>
          <a:xfrm>
            <a:off x="482600" y="779419"/>
            <a:ext cx="5052566" cy="3192827"/>
          </a:xfrm>
          <a:prstGeom prst="rect">
            <a:avLst/>
          </a:prstGeom>
        </p:spPr>
      </p:pic>
      <p:pic>
        <p:nvPicPr>
          <p:cNvPr id="6" name="Picture 5" descr="Chakras and their Symbols: Meanings, Benefits &amp; Life Balance">
            <a:extLst>
              <a:ext uri="{FF2B5EF4-FFF2-40B4-BE49-F238E27FC236}">
                <a16:creationId xmlns:a16="http://schemas.microsoft.com/office/drawing/2014/main" id="{8046A668-FA99-42D9-7C24-1BDFD80758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75" r="3" b="1464"/>
          <a:stretch>
            <a:fillRect/>
          </a:stretch>
        </p:blipFill>
        <p:spPr>
          <a:xfrm>
            <a:off x="6482568" y="765741"/>
            <a:ext cx="5226832" cy="329579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7120" y="4319752"/>
            <a:ext cx="10947620" cy="11559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spc="-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to Decisions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30D9A28-393D-6ECE-1B4B-D25F68B086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3533682"/>
              </p:ext>
            </p:extLst>
          </p:nvPr>
        </p:nvGraphicFramePr>
        <p:xfrm>
          <a:off x="-1260796" y="1240389"/>
          <a:ext cx="13764767" cy="5389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BF6499-0EB9-37C7-7C4E-644D826B18C3}"/>
              </a:ext>
            </a:extLst>
          </p:cNvPr>
          <p:cNvSpPr txBox="1"/>
          <p:nvPr/>
        </p:nvSpPr>
        <p:spPr>
          <a:xfrm>
            <a:off x="493775" y="679704"/>
            <a:ext cx="74932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4000" dirty="0"/>
              <a:t>Mission</a:t>
            </a:r>
            <a:endParaRPr sz="4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63C05-BF0C-35E8-F5DD-52ACD8A3892D}"/>
              </a:ext>
            </a:extLst>
          </p:cNvPr>
          <p:cNvSpPr txBox="1"/>
          <p:nvPr/>
        </p:nvSpPr>
        <p:spPr>
          <a:xfrm>
            <a:off x="1204856" y="1584794"/>
            <a:ext cx="3347088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Nilaya Education Group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0EE12F-5DC1-AB8A-153B-0AB6E0F210DC}"/>
              </a:ext>
            </a:extLst>
          </p:cNvPr>
          <p:cNvSpPr txBox="1"/>
          <p:nvPr/>
        </p:nvSpPr>
        <p:spPr>
          <a:xfrm>
            <a:off x="4422456" y="5704791"/>
            <a:ext cx="3347088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Data Analytics Skills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91B739-8520-C36F-4E14-9E554BE8A2B9}"/>
              </a:ext>
            </a:extLst>
          </p:cNvPr>
          <p:cNvSpPr txBox="1"/>
          <p:nvPr/>
        </p:nvSpPr>
        <p:spPr>
          <a:xfrm>
            <a:off x="7478693" y="1583486"/>
            <a:ext cx="3347088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Transformation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D76A-AA16-66A4-04A9-49464A64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DDE1FC-9BAB-EDF7-B854-9AB6FB5FAA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4" b="45029"/>
          <a:stretch/>
        </p:blipFill>
        <p:spPr bwMode="auto">
          <a:xfrm>
            <a:off x="161522" y="536281"/>
            <a:ext cx="3463805" cy="31819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5E1C814-9AE6-5315-EC31-A9C0EF56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63" y="4350221"/>
            <a:ext cx="2705858" cy="18817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F31ECA-270D-70C1-7745-5E28C3D6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796" y="4350222"/>
            <a:ext cx="2855730" cy="18462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A2688F-84CC-7E02-14BD-50E1DB49B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9" y="4309018"/>
            <a:ext cx="2855730" cy="19213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FEA6A3-8B3D-8BD4-BF18-E8ADD4F4C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0923" y="4350222"/>
            <a:ext cx="2638411" cy="1865357"/>
          </a:xfrm>
          <a:prstGeom prst="rect">
            <a:avLst/>
          </a:prstGeom>
        </p:spPr>
      </p:pic>
      <p:graphicFrame>
        <p:nvGraphicFramePr>
          <p:cNvPr id="33" name="TextBox 5">
            <a:extLst>
              <a:ext uri="{FF2B5EF4-FFF2-40B4-BE49-F238E27FC236}">
                <a16:creationId xmlns:a16="http://schemas.microsoft.com/office/drawing/2014/main" id="{C8DD3FB1-F8C1-23BE-464B-616210605863}"/>
              </a:ext>
            </a:extLst>
          </p:cNvPr>
          <p:cNvGraphicFramePr/>
          <p:nvPr/>
        </p:nvGraphicFramePr>
        <p:xfrm>
          <a:off x="3625327" y="736803"/>
          <a:ext cx="8469144" cy="3108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080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2774-BBE5-B74A-D324-C4E17595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BA831E-29D7-B91C-8D5B-8922697F2130}"/>
              </a:ext>
            </a:extLst>
          </p:cNvPr>
          <p:cNvSpPr txBox="1"/>
          <p:nvPr/>
        </p:nvSpPr>
        <p:spPr>
          <a:xfrm>
            <a:off x="493775" y="679704"/>
            <a:ext cx="74932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4000" dirty="0"/>
              <a:t>Have you seen this today?</a:t>
            </a:r>
            <a:endParaRPr sz="4000" dirty="0"/>
          </a:p>
        </p:txBody>
      </p:sp>
      <p:pic>
        <p:nvPicPr>
          <p:cNvPr id="5" name="Picture 4" descr="Cricbuzz - Wikipedia">
            <a:extLst>
              <a:ext uri="{FF2B5EF4-FFF2-40B4-BE49-F238E27FC236}">
                <a16:creationId xmlns:a16="http://schemas.microsoft.com/office/drawing/2014/main" id="{C3D2013E-8ED0-DDB1-8D9F-93980DC4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78" y="2259639"/>
            <a:ext cx="3743325" cy="1219200"/>
          </a:xfrm>
          <a:prstGeom prst="rect">
            <a:avLst/>
          </a:prstGeom>
        </p:spPr>
      </p:pic>
      <p:pic>
        <p:nvPicPr>
          <p:cNvPr id="7" name="Picture 6" descr="Weather App Icon Png">
            <a:extLst>
              <a:ext uri="{FF2B5EF4-FFF2-40B4-BE49-F238E27FC236}">
                <a16:creationId xmlns:a16="http://schemas.microsoft.com/office/drawing/2014/main" id="{EF859677-716C-0DA1-2575-666D8F12D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792" y="1605599"/>
            <a:ext cx="2143125" cy="2143125"/>
          </a:xfrm>
          <a:prstGeom prst="rect">
            <a:avLst/>
          </a:prstGeom>
        </p:spPr>
      </p:pic>
      <p:pic>
        <p:nvPicPr>
          <p:cNvPr id="8" name="Picture 7" descr="Groww Logo">
            <a:extLst>
              <a:ext uri="{FF2B5EF4-FFF2-40B4-BE49-F238E27FC236}">
                <a16:creationId xmlns:a16="http://schemas.microsoft.com/office/drawing/2014/main" id="{2BCFF04C-C81F-2BAA-F6DA-D2B214A0F8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750" b="25550"/>
          <a:stretch>
            <a:fillRect/>
          </a:stretch>
        </p:blipFill>
        <p:spPr>
          <a:xfrm>
            <a:off x="327659" y="4411271"/>
            <a:ext cx="6096000" cy="1931671"/>
          </a:xfrm>
          <a:prstGeom prst="rect">
            <a:avLst/>
          </a:prstGeom>
        </p:spPr>
      </p:pic>
      <p:pic>
        <p:nvPicPr>
          <p:cNvPr id="10" name="Picture 9" descr="New Google Maps Icon Logo PNG Vector (EPS) Free Download">
            <a:extLst>
              <a:ext uri="{FF2B5EF4-FFF2-40B4-BE49-F238E27FC236}">
                <a16:creationId xmlns:a16="http://schemas.microsoft.com/office/drawing/2014/main" id="{5D453D4C-A889-50A3-C18D-57359E95B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453" y="1073625"/>
            <a:ext cx="2889885" cy="2889885"/>
          </a:xfrm>
          <a:prstGeom prst="rect">
            <a:avLst/>
          </a:prstGeom>
        </p:spPr>
      </p:pic>
      <p:pic>
        <p:nvPicPr>
          <p:cNvPr id="11" name="Picture 10" descr="Decoding India's OTT Streaming Industry 2025, OTT Case Study">
            <a:extLst>
              <a:ext uri="{FF2B5EF4-FFF2-40B4-BE49-F238E27FC236}">
                <a16:creationId xmlns:a16="http://schemas.microsoft.com/office/drawing/2014/main" id="{85EA4082-E4E5-84C3-714F-EB4D5FF33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246" y="4158422"/>
            <a:ext cx="4337687" cy="2437367"/>
          </a:xfrm>
          <a:prstGeom prst="rect">
            <a:avLst/>
          </a:prstGeom>
        </p:spPr>
      </p:pic>
      <p:pic>
        <p:nvPicPr>
          <p:cNvPr id="4" name="Picture 3" descr="Thinking cap - Free vector clipart images on creazilla.com">
            <a:extLst>
              <a:ext uri="{FF2B5EF4-FFF2-40B4-BE49-F238E27FC236}">
                <a16:creationId xmlns:a16="http://schemas.microsoft.com/office/drawing/2014/main" id="{E95AE9CC-4363-6850-CF46-984F1A60FA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310" y="679704"/>
            <a:ext cx="1978690" cy="14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58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52E75-41C4-D3BB-A9A7-CB7630B94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EA99C9-DFA6-67EA-B550-1574EC057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8" y="4004086"/>
            <a:ext cx="4770024" cy="2683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361D45-D297-3BB1-7D59-29C801324B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22"/>
          <a:stretch>
            <a:fillRect/>
          </a:stretch>
        </p:blipFill>
        <p:spPr>
          <a:xfrm>
            <a:off x="4876798" y="4230003"/>
            <a:ext cx="4478404" cy="24341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293A5C-4640-A08A-3F5E-8DCAFEC86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" y="638285"/>
            <a:ext cx="4770024" cy="26831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41AC67-54CC-1383-2D21-9EDFE492C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915" y="2807957"/>
            <a:ext cx="3564391" cy="20049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AED1BB-502D-4197-26A7-4C18259EC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013" y="728560"/>
            <a:ext cx="4327441" cy="243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B727-F71C-9C47-EC3D-8AD479379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7DFFD-448A-C842-2072-9533891F38B0}"/>
              </a:ext>
            </a:extLst>
          </p:cNvPr>
          <p:cNvSpPr txBox="1"/>
          <p:nvPr/>
        </p:nvSpPr>
        <p:spPr>
          <a:xfrm>
            <a:off x="493775" y="679704"/>
            <a:ext cx="74932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4000" dirty="0"/>
              <a:t>Data Consumers</a:t>
            </a:r>
            <a:endParaRPr sz="4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F7773C4-5213-FC3F-5240-FD789B1E3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" y="1584958"/>
            <a:ext cx="2519419" cy="14171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1E452F-C9C3-C10C-340C-500A4AE2B8C6}"/>
              </a:ext>
            </a:extLst>
          </p:cNvPr>
          <p:cNvSpPr txBox="1"/>
          <p:nvPr/>
        </p:nvSpPr>
        <p:spPr>
          <a:xfrm>
            <a:off x="2894858" y="1889838"/>
            <a:ext cx="3012550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Performance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0B1F94-E26E-59E6-B7F5-ACEDB9CCC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5" y="3199499"/>
            <a:ext cx="2519419" cy="141717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3EEE0C2-E622-8A45-9F3F-5AB684579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37" y="4917956"/>
            <a:ext cx="2519421" cy="14171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9D1907D-9231-C02D-9484-C58ABCAAD365}"/>
              </a:ext>
            </a:extLst>
          </p:cNvPr>
          <p:cNvSpPr txBox="1"/>
          <p:nvPr/>
        </p:nvSpPr>
        <p:spPr>
          <a:xfrm>
            <a:off x="2937888" y="5221081"/>
            <a:ext cx="3095026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Trend Analysis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B53319-F379-E71E-DB36-A4B4271598D2}"/>
              </a:ext>
            </a:extLst>
          </p:cNvPr>
          <p:cNvSpPr txBox="1"/>
          <p:nvPr/>
        </p:nvSpPr>
        <p:spPr>
          <a:xfrm>
            <a:off x="2937888" y="3553106"/>
            <a:ext cx="3095026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Time-series Analysis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06A4A2D-19FA-FCFC-BC99-EC99B4A0A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87538"/>
            <a:ext cx="3012550" cy="169455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8313ACC-FAD4-EBBD-839E-FECDA2E05590}"/>
              </a:ext>
            </a:extLst>
          </p:cNvPr>
          <p:cNvSpPr txBox="1"/>
          <p:nvPr/>
        </p:nvSpPr>
        <p:spPr>
          <a:xfrm>
            <a:off x="9184904" y="2180462"/>
            <a:ext cx="3012550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Sentimental Analysis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EB884E8-7D64-A07F-FF63-0D854954B9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914" y="3744448"/>
            <a:ext cx="2935378" cy="166582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8845A74-BCF3-B21D-4D50-AB4B78CA414D}"/>
              </a:ext>
            </a:extLst>
          </p:cNvPr>
          <p:cNvSpPr txBox="1"/>
          <p:nvPr/>
        </p:nvSpPr>
        <p:spPr>
          <a:xfrm>
            <a:off x="9184904" y="4140068"/>
            <a:ext cx="3012550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Predictive Analysis</a:t>
            </a:r>
          </a:p>
        </p:txBody>
      </p:sp>
    </p:spTree>
    <p:extLst>
      <p:ext uri="{BB962C8B-B14F-4D97-AF65-F5344CB8AC3E}">
        <p14:creationId xmlns:p14="http://schemas.microsoft.com/office/powerpoint/2010/main" val="1459011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2C62C-775A-CD29-D2B5-D0218F881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BF304C-73A7-E9FB-A4F6-3CE6BE8CBB5E}"/>
              </a:ext>
            </a:extLst>
          </p:cNvPr>
          <p:cNvSpPr txBox="1"/>
          <p:nvPr/>
        </p:nvSpPr>
        <p:spPr>
          <a:xfrm>
            <a:off x="640080" y="728472"/>
            <a:ext cx="338272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4000" dirty="0"/>
              <a:t>Data 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4BCE5-CC9A-0960-6203-8B0AF12456FA}"/>
              </a:ext>
            </a:extLst>
          </p:cNvPr>
          <p:cNvSpPr txBox="1"/>
          <p:nvPr/>
        </p:nvSpPr>
        <p:spPr>
          <a:xfrm>
            <a:off x="640080" y="1307262"/>
            <a:ext cx="11158220" cy="74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3200" dirty="0"/>
              <a:t>You are already a consumer of Data Analytics</a:t>
            </a:r>
          </a:p>
        </p:txBody>
      </p:sp>
      <p:pic>
        <p:nvPicPr>
          <p:cNvPr id="5" name="Picture 4" descr="Creating Data Visualizations in the BBC's Style – Center for Data Innovation">
            <a:extLst>
              <a:ext uri="{FF2B5EF4-FFF2-40B4-BE49-F238E27FC236}">
                <a16:creationId xmlns:a16="http://schemas.microsoft.com/office/drawing/2014/main" id="{4BF9C983-0744-0983-7DB4-A22D4E221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477" y="2245079"/>
            <a:ext cx="3878804" cy="2585869"/>
          </a:xfrm>
          <a:prstGeom prst="rect">
            <a:avLst/>
          </a:prstGeom>
        </p:spPr>
      </p:pic>
      <p:pic>
        <p:nvPicPr>
          <p:cNvPr id="6" name="Picture 5" descr="12 Bad Data Visualization Examples Explained - Code Conquest">
            <a:extLst>
              <a:ext uri="{FF2B5EF4-FFF2-40B4-BE49-F238E27FC236}">
                <a16:creationId xmlns:a16="http://schemas.microsoft.com/office/drawing/2014/main" id="{35A4A1D1-9AD7-CDA9-3CC1-47322D4B5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8" y="2357933"/>
            <a:ext cx="3679628" cy="2431472"/>
          </a:xfrm>
          <a:prstGeom prst="rect">
            <a:avLst/>
          </a:prstGeom>
        </p:spPr>
      </p:pic>
      <p:pic>
        <p:nvPicPr>
          <p:cNvPr id="7" name="Picture 6" descr="8 Ways to Get More Product Reviews Right Now | PowerReviews">
            <a:extLst>
              <a:ext uri="{FF2B5EF4-FFF2-40B4-BE49-F238E27FC236}">
                <a16:creationId xmlns:a16="http://schemas.microsoft.com/office/drawing/2014/main" id="{B310B8E1-F3EF-C03B-EF17-BB29C5B22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290" y="2282584"/>
            <a:ext cx="3578790" cy="2657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7FF48E-FA0F-2776-2810-F829A2B44054}"/>
              </a:ext>
            </a:extLst>
          </p:cNvPr>
          <p:cNvSpPr txBox="1"/>
          <p:nvPr/>
        </p:nvSpPr>
        <p:spPr>
          <a:xfrm>
            <a:off x="790737" y="4830948"/>
            <a:ext cx="3012550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News, Shows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7A6D7-E012-EF7F-1743-850CD361F4D1}"/>
              </a:ext>
            </a:extLst>
          </p:cNvPr>
          <p:cNvSpPr txBox="1"/>
          <p:nvPr/>
        </p:nvSpPr>
        <p:spPr>
          <a:xfrm>
            <a:off x="4585177" y="4841706"/>
            <a:ext cx="3117414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Websites, Mobile Apps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0AF8A-D805-4937-2ACC-DBDC5742A2A0}"/>
              </a:ext>
            </a:extLst>
          </p:cNvPr>
          <p:cNvSpPr txBox="1"/>
          <p:nvPr/>
        </p:nvSpPr>
        <p:spPr>
          <a:xfrm>
            <a:off x="8302651" y="4916974"/>
            <a:ext cx="3685114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400"/>
              </a:spcAft>
              <a:defRPr sz="2100"/>
            </a:pPr>
            <a:r>
              <a:rPr lang="en-US" sz="2400" dirty="0"/>
              <a:t>Newspapers, Social Media</a:t>
            </a:r>
          </a:p>
        </p:txBody>
      </p:sp>
    </p:spTree>
    <p:extLst>
      <p:ext uri="{BB962C8B-B14F-4D97-AF65-F5344CB8AC3E}">
        <p14:creationId xmlns:p14="http://schemas.microsoft.com/office/powerpoint/2010/main" val="2481544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EFBF-20BB-BAD6-A0C1-3744960A6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943964-A563-D5C7-45AD-E8897E5F57AA}"/>
              </a:ext>
            </a:extLst>
          </p:cNvPr>
          <p:cNvSpPr txBox="1"/>
          <p:nvPr/>
        </p:nvSpPr>
        <p:spPr>
          <a:xfrm>
            <a:off x="640080" y="728472"/>
            <a:ext cx="826033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4000" dirty="0"/>
              <a:t>Use of Data Analysis - Consumers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6ED4638-0C15-29E7-FC75-7C5D9EABAA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4770031"/>
              </p:ext>
            </p:extLst>
          </p:nvPr>
        </p:nvGraphicFramePr>
        <p:xfrm>
          <a:off x="376518" y="345084"/>
          <a:ext cx="11715077" cy="641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71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CB6D6-0323-E8C6-732A-1880E6CA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92D60-D536-FCD4-B304-D8CD3DD0B0A0}"/>
              </a:ext>
            </a:extLst>
          </p:cNvPr>
          <p:cNvSpPr txBox="1"/>
          <p:nvPr/>
        </p:nvSpPr>
        <p:spPr>
          <a:xfrm>
            <a:off x="493776" y="679704"/>
            <a:ext cx="4541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4000" dirty="0"/>
              <a:t>Sample Data</a:t>
            </a:r>
            <a:endParaRPr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EE12AE-137C-0B7F-AAC4-9E8DD995A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00" y="2003547"/>
            <a:ext cx="11514465" cy="4681825"/>
          </a:xfrm>
          <a:prstGeom prst="rect">
            <a:avLst/>
          </a:prstGeom>
        </p:spPr>
      </p:pic>
      <p:pic>
        <p:nvPicPr>
          <p:cNvPr id="3" name="Picture 2" descr="Thinking cap - Free vector clipart images on creazilla.com">
            <a:extLst>
              <a:ext uri="{FF2B5EF4-FFF2-40B4-BE49-F238E27FC236}">
                <a16:creationId xmlns:a16="http://schemas.microsoft.com/office/drawing/2014/main" id="{48E65C7A-5418-FC33-7FAB-3A4651409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12" y="605022"/>
            <a:ext cx="1978690" cy="14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5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8585-92C3-2C88-30B5-78C750C0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AEBC8A-EA5D-4DB8-DD60-E3DAD2A427B1}"/>
              </a:ext>
            </a:extLst>
          </p:cNvPr>
          <p:cNvSpPr txBox="1"/>
          <p:nvPr/>
        </p:nvSpPr>
        <p:spPr>
          <a:xfrm>
            <a:off x="640080" y="728472"/>
            <a:ext cx="382585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4000" dirty="0"/>
              <a:t>Café – Challenge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B7EAC-1CAD-083A-B5E9-032B881739B3}"/>
              </a:ext>
            </a:extLst>
          </p:cNvPr>
          <p:cNvSpPr txBox="1"/>
          <p:nvPr/>
        </p:nvSpPr>
        <p:spPr>
          <a:xfrm>
            <a:off x="741680" y="1541390"/>
            <a:ext cx="1115822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rPr lang="en-US" sz="3200" b="1" dirty="0"/>
              <a:t>You are newly appointed - Café Manager</a:t>
            </a:r>
          </a:p>
          <a:p>
            <a:pPr marL="457200" indent="-457200"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2800" dirty="0"/>
              <a:t>You have been allocated a budget</a:t>
            </a:r>
          </a:p>
          <a:p>
            <a:pPr marL="457200" indent="-457200"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800" dirty="0"/>
              <a:t>Which ONE product would you promote next month?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4E867-7738-4364-2036-BB5627C9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235" y="3554020"/>
            <a:ext cx="7311529" cy="2972895"/>
          </a:xfrm>
          <a:prstGeom prst="rect">
            <a:avLst/>
          </a:prstGeom>
        </p:spPr>
      </p:pic>
      <p:pic>
        <p:nvPicPr>
          <p:cNvPr id="7" name="Picture 6" descr="Thinking cap - Free vector clipart images on creazilla.com">
            <a:extLst>
              <a:ext uri="{FF2B5EF4-FFF2-40B4-BE49-F238E27FC236}">
                <a16:creationId xmlns:a16="http://schemas.microsoft.com/office/drawing/2014/main" id="{210CF8DE-132A-9166-1462-5D26D39A2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843" y="801854"/>
            <a:ext cx="1978690" cy="14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9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67512"/>
            <a:ext cx="446846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4000"/>
              <a:t>Potential Answers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1536192"/>
            <a:ext cx="10241280" cy="394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rPr lang="en-US" sz="3200"/>
              <a:t>Burger → strong sales</a:t>
            </a:r>
          </a:p>
          <a:p>
            <a:pPr>
              <a:spcAft>
                <a:spcPts val="1400"/>
              </a:spcAft>
              <a:defRPr sz="2100"/>
            </a:pPr>
            <a:r>
              <a:rPr lang="en-US" sz="3200"/>
              <a:t>Coffee → strong profit</a:t>
            </a:r>
          </a:p>
          <a:p>
            <a:pPr>
              <a:spcAft>
                <a:spcPts val="1400"/>
              </a:spcAft>
              <a:defRPr sz="2100"/>
            </a:pPr>
            <a:r>
              <a:rPr lang="en-US" sz="3200"/>
              <a:t>Sandwich → strong customer appeal</a:t>
            </a:r>
          </a:p>
          <a:p>
            <a:pPr>
              <a:spcAft>
                <a:spcPts val="1400"/>
              </a:spcAft>
              <a:defRPr sz="2100"/>
            </a:pPr>
            <a:r>
              <a:rPr lang="en-US" sz="3200"/>
              <a:t>Pizza → highest revenue</a:t>
            </a:r>
          </a:p>
          <a:p>
            <a:pPr>
              <a:spcAft>
                <a:spcPts val="1400"/>
              </a:spcAft>
              <a:defRPr sz="2100"/>
            </a:pPr>
            <a:endParaRPr lang="en-US" sz="3200"/>
          </a:p>
          <a:p>
            <a:pPr>
              <a:spcAft>
                <a:spcPts val="1400"/>
              </a:spcAft>
              <a:defRPr sz="2100"/>
            </a:pPr>
            <a:r>
              <a:rPr lang="en-US" sz="3200" b="1"/>
              <a:t>So… what is the BEST decision?</a:t>
            </a:r>
            <a:endParaRPr lang="en-US" sz="3200" b="1" dirty="0"/>
          </a:p>
        </p:txBody>
      </p:sp>
      <p:pic>
        <p:nvPicPr>
          <p:cNvPr id="5" name="Picture 4" descr="Thinking cap - Free vector clipart images on creazilla.com">
            <a:extLst>
              <a:ext uri="{FF2B5EF4-FFF2-40B4-BE49-F238E27FC236}">
                <a16:creationId xmlns:a16="http://schemas.microsoft.com/office/drawing/2014/main" id="{435384DA-9417-8774-6238-6623A8FB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905" y="667512"/>
            <a:ext cx="1978690" cy="14790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nking cap - Free vector clipart images on creazilla.com">
            <a:extLst>
              <a:ext uri="{FF2B5EF4-FFF2-40B4-BE49-F238E27FC236}">
                <a16:creationId xmlns:a16="http://schemas.microsoft.com/office/drawing/2014/main" id="{62555FB5-7CFB-C90E-C9AE-E19574006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655" y="2960417"/>
            <a:ext cx="1978690" cy="14790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679704"/>
            <a:ext cx="817204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What </a:t>
            </a:r>
            <a:r>
              <a:rPr lang="en-US" sz="4000" dirty="0"/>
              <a:t>Additional W</a:t>
            </a:r>
            <a:r>
              <a:rPr sz="4000" dirty="0"/>
              <a:t>ould You Ask For?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0E0C82-0525-F182-007C-FEFB16E2ECEB}"/>
              </a:ext>
            </a:extLst>
          </p:cNvPr>
          <p:cNvGrpSpPr/>
          <p:nvPr/>
        </p:nvGrpSpPr>
        <p:grpSpPr>
          <a:xfrm>
            <a:off x="993138" y="1825530"/>
            <a:ext cx="10205723" cy="4622880"/>
            <a:chOff x="954202" y="1469093"/>
            <a:chExt cx="10205723" cy="46228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6782C2-D3FA-8E33-6877-74658F7DDC32}"/>
                </a:ext>
              </a:extLst>
            </p:cNvPr>
            <p:cNvSpPr txBox="1"/>
            <p:nvPr/>
          </p:nvSpPr>
          <p:spPr>
            <a:xfrm>
              <a:off x="7388025" y="4069193"/>
              <a:ext cx="3771900" cy="6463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Aft>
                  <a:spcPts val="1400"/>
                </a:spcAft>
                <a:defRPr sz="2100"/>
              </a:pPr>
              <a:r>
                <a:rPr lang="en-US" sz="3600" dirty="0"/>
                <a:t>Age of customers</a:t>
              </a:r>
              <a:endParaRPr sz="36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F07BD-F8D0-5BCC-CAD3-44221FC073A3}"/>
                </a:ext>
              </a:extLst>
            </p:cNvPr>
            <p:cNvSpPr txBox="1"/>
            <p:nvPr/>
          </p:nvSpPr>
          <p:spPr>
            <a:xfrm>
              <a:off x="7388025" y="5398524"/>
              <a:ext cx="3771900" cy="6463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Aft>
                  <a:spcPts val="1400"/>
                </a:spcAft>
                <a:defRPr sz="2100"/>
              </a:pPr>
              <a:r>
                <a:rPr lang="en-US" sz="3600" dirty="0"/>
                <a:t>Location</a:t>
              </a:r>
              <a:endParaRPr sz="3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83CD2E-898C-790C-F611-D330DC6A3214}"/>
                </a:ext>
              </a:extLst>
            </p:cNvPr>
            <p:cNvSpPr txBox="1"/>
            <p:nvPr/>
          </p:nvSpPr>
          <p:spPr>
            <a:xfrm>
              <a:off x="954202" y="1509931"/>
              <a:ext cx="3771900" cy="6463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Aft>
                  <a:spcPts val="1400"/>
                </a:spcAft>
                <a:defRPr sz="2100"/>
              </a:pPr>
              <a:r>
                <a:rPr lang="en-US" sz="3600" dirty="0"/>
                <a:t>Associated Costs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862411-0BF1-CE8E-3CDB-6B24B2EA2A5D}"/>
                </a:ext>
              </a:extLst>
            </p:cNvPr>
            <p:cNvSpPr txBox="1"/>
            <p:nvPr/>
          </p:nvSpPr>
          <p:spPr>
            <a:xfrm>
              <a:off x="7388025" y="2739862"/>
              <a:ext cx="3771900" cy="6463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Aft>
                  <a:spcPts val="1400"/>
                </a:spcAft>
                <a:defRPr sz="2100"/>
              </a:pPr>
              <a:r>
                <a:rPr lang="en-US" sz="3600" dirty="0"/>
                <a:t>Repeat customers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F32B28-1EE4-6E80-E2AE-840A93F2B825}"/>
                </a:ext>
              </a:extLst>
            </p:cNvPr>
            <p:cNvSpPr txBox="1"/>
            <p:nvPr/>
          </p:nvSpPr>
          <p:spPr>
            <a:xfrm>
              <a:off x="954202" y="5445642"/>
              <a:ext cx="3771900" cy="6463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Aft>
                  <a:spcPts val="1400"/>
                </a:spcAft>
                <a:defRPr sz="2100"/>
              </a:pPr>
              <a:r>
                <a:rPr lang="en-US" sz="3600" dirty="0"/>
                <a:t>Delivery vs Dine-in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72FC61-EB74-283F-96AF-16D348343589}"/>
                </a:ext>
              </a:extLst>
            </p:cNvPr>
            <p:cNvSpPr txBox="1"/>
            <p:nvPr/>
          </p:nvSpPr>
          <p:spPr>
            <a:xfrm>
              <a:off x="954202" y="4083051"/>
              <a:ext cx="3771900" cy="6463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Aft>
                  <a:spcPts val="1400"/>
                </a:spcAft>
                <a:defRPr sz="2100"/>
              </a:pPr>
              <a:r>
                <a:rPr lang="en-US" sz="3600" dirty="0"/>
                <a:t>Events, Season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A5C7C6-F89D-2158-8F9A-5EE2169887F9}"/>
                </a:ext>
              </a:extLst>
            </p:cNvPr>
            <p:cNvSpPr txBox="1"/>
            <p:nvPr/>
          </p:nvSpPr>
          <p:spPr>
            <a:xfrm>
              <a:off x="954202" y="2739862"/>
              <a:ext cx="3771900" cy="6463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Aft>
                  <a:spcPts val="1400"/>
                </a:spcAft>
                <a:defRPr sz="2100"/>
              </a:pPr>
              <a:r>
                <a:rPr lang="en-US" sz="3600" dirty="0"/>
                <a:t>Competition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C2B86B-62DD-5525-3D6D-5FE9C9674CC6}"/>
                </a:ext>
              </a:extLst>
            </p:cNvPr>
            <p:cNvSpPr txBox="1"/>
            <p:nvPr/>
          </p:nvSpPr>
          <p:spPr>
            <a:xfrm>
              <a:off x="7330899" y="1469093"/>
              <a:ext cx="3771900" cy="64633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Aft>
                  <a:spcPts val="1400"/>
                </a:spcAft>
                <a:defRPr sz="2100"/>
              </a:pPr>
              <a:r>
                <a:rPr lang="en-US" sz="3600" dirty="0"/>
                <a:t>Previous year data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577E-C2E3-84BD-8972-8300C8AF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E5FEB5-AA66-004A-68D2-2CCEFF114C80}"/>
              </a:ext>
            </a:extLst>
          </p:cNvPr>
          <p:cNvSpPr txBox="1"/>
          <p:nvPr/>
        </p:nvSpPr>
        <p:spPr>
          <a:xfrm>
            <a:off x="640080" y="690944"/>
            <a:ext cx="401263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4000" dirty="0"/>
              <a:t>Congratulations! </a:t>
            </a:r>
          </a:p>
        </p:txBody>
      </p:sp>
      <p:pic>
        <p:nvPicPr>
          <p:cNvPr id="3" name="Picture 2" descr="4,803 Data Driven Decision Stock Photos - Free &amp; Royalty-Free Stock Photos  from Dreamstime">
            <a:extLst>
              <a:ext uri="{FF2B5EF4-FFF2-40B4-BE49-F238E27FC236}">
                <a16:creationId xmlns:a16="http://schemas.microsoft.com/office/drawing/2014/main" id="{ADE27A34-3D75-59DA-D15E-23D506589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99" y="1959521"/>
            <a:ext cx="6073750" cy="3394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71979D-B7D3-5123-E565-CF8B9222FD67}"/>
              </a:ext>
            </a:extLst>
          </p:cNvPr>
          <p:cNvSpPr txBox="1"/>
          <p:nvPr/>
        </p:nvSpPr>
        <p:spPr>
          <a:xfrm>
            <a:off x="475488" y="5914723"/>
            <a:ext cx="1139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100"/>
            </a:pPr>
            <a:r>
              <a:rPr lang="en-US" sz="3200" dirty="0"/>
              <a:t>You just had the Data Analyst Hat on!</a:t>
            </a:r>
          </a:p>
        </p:txBody>
      </p:sp>
      <p:pic>
        <p:nvPicPr>
          <p:cNvPr id="10" name="Picture 9" descr="Hat emoji Images - Free Download on Magnific (formerly Freepik)">
            <a:extLst>
              <a:ext uri="{FF2B5EF4-FFF2-40B4-BE49-F238E27FC236}">
                <a16:creationId xmlns:a16="http://schemas.microsoft.com/office/drawing/2014/main" id="{38DD1936-392F-5285-0E42-DD5940995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15" y="2254014"/>
            <a:ext cx="27241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014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BEE3D-6CBD-83CC-9283-4795E5F63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7613AE5-DEA6-D1D2-AA77-9DCB4A2632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473533"/>
              </p:ext>
            </p:extLst>
          </p:nvPr>
        </p:nvGraphicFramePr>
        <p:xfrm>
          <a:off x="-212852" y="1192022"/>
          <a:ext cx="12039600" cy="4706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BFE85C-2019-B1A7-991F-FBFE235D330D}"/>
              </a:ext>
            </a:extLst>
          </p:cNvPr>
          <p:cNvSpPr txBox="1"/>
          <p:nvPr/>
        </p:nvSpPr>
        <p:spPr>
          <a:xfrm>
            <a:off x="640080" y="677406"/>
            <a:ext cx="536858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4000" dirty="0"/>
              <a:t>Data Analysis Process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31D31-52DA-B94A-FF9A-C7D075290213}"/>
              </a:ext>
            </a:extLst>
          </p:cNvPr>
          <p:cNvSpPr txBox="1"/>
          <p:nvPr/>
        </p:nvSpPr>
        <p:spPr>
          <a:xfrm>
            <a:off x="67564" y="5608184"/>
            <a:ext cx="1203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100"/>
            </a:pPr>
            <a:r>
              <a:rPr lang="en-US" sz="3200" dirty="0"/>
              <a:t>Ask right question, find the answer hidden in the data</a:t>
            </a:r>
          </a:p>
        </p:txBody>
      </p:sp>
    </p:spTree>
    <p:extLst>
      <p:ext uri="{BB962C8B-B14F-4D97-AF65-F5344CB8AC3E}">
        <p14:creationId xmlns:p14="http://schemas.microsoft.com/office/powerpoint/2010/main" val="2873162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28472"/>
            <a:ext cx="323813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Data Analys</a:t>
            </a:r>
            <a:r>
              <a:rPr lang="en-US" sz="4000" dirty="0"/>
              <a:t>t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69346" y="5216738"/>
            <a:ext cx="118226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rPr sz="3200" dirty="0"/>
              <a:t>Data Analyst </a:t>
            </a:r>
            <a:r>
              <a:rPr lang="en-US" sz="3200" dirty="0"/>
              <a:t>=&gt; </a:t>
            </a:r>
            <a:r>
              <a:rPr sz="3200" dirty="0"/>
              <a:t> business problem solver — not just a person who makes charts.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5DAB654-C710-E72F-BBCD-22B6B4DFD9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397154"/>
              </p:ext>
            </p:extLst>
          </p:nvPr>
        </p:nvGraphicFramePr>
        <p:xfrm>
          <a:off x="-304441" y="973238"/>
          <a:ext cx="12039600" cy="4706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E0644EE-8578-46A1-C4AD-1B76B4CA7E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2312161"/>
              </p:ext>
            </p:extLst>
          </p:nvPr>
        </p:nvGraphicFramePr>
        <p:xfrm>
          <a:off x="4775199" y="1418911"/>
          <a:ext cx="7208820" cy="5049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4747B94-4778-0CD3-5368-B16AFE611F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676935"/>
              </p:ext>
            </p:extLst>
          </p:nvPr>
        </p:nvGraphicFramePr>
        <p:xfrm>
          <a:off x="-1667435" y="1418911"/>
          <a:ext cx="7476564" cy="5103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EF42C3-8570-2ED0-9DC1-BB821E89FFFC}"/>
              </a:ext>
            </a:extLst>
          </p:cNvPr>
          <p:cNvSpPr txBox="1"/>
          <p:nvPr/>
        </p:nvSpPr>
        <p:spPr>
          <a:xfrm>
            <a:off x="640080" y="577860"/>
            <a:ext cx="783714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4000" dirty="0"/>
              <a:t>Data Consumer vs Data Analyst</a:t>
            </a:r>
          </a:p>
        </p:txBody>
      </p:sp>
    </p:spTree>
    <p:extLst>
      <p:ext uri="{BB962C8B-B14F-4D97-AF65-F5344CB8AC3E}">
        <p14:creationId xmlns:p14="http://schemas.microsoft.com/office/powerpoint/2010/main" val="2181729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2B322E-34C4-40A4-91E5-53D60DE97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A74EFE6-7F0E-4B59-B933-BFBD637C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4200" y="638174"/>
            <a:ext cx="3427985" cy="9555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cap="all" dirty="0">
                <a:latin typeface="+mj-lt"/>
                <a:ea typeface="+mj-ea"/>
                <a:cs typeface="+mj-cs"/>
              </a:rPr>
              <a:t>Tools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20840DA-88D4-4E87-9CF9-3EDAEB794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CE4254-7B12-4B72-B232-2F24D1217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EB4D8E-5A3D-4348-AB7F-4A919AF8B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93EDF8D-4F48-4B26-AFA1-2410766EE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80937" y="1904284"/>
            <a:ext cx="4220490" cy="37082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defRPr sz="2100"/>
            </a:pPr>
            <a:r>
              <a:rPr lang="en-US" sz="2800" dirty="0"/>
              <a:t>Excel → </a:t>
            </a:r>
            <a:r>
              <a:rPr lang="en-US" sz="2800" dirty="0" err="1"/>
              <a:t>Analyse</a:t>
            </a:r>
            <a:endParaRPr lang="en-US" sz="2800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defRPr sz="2100"/>
            </a:pPr>
            <a:r>
              <a:rPr lang="en-US" sz="2800" dirty="0"/>
              <a:t>Power BI → </a:t>
            </a:r>
            <a:r>
              <a:rPr lang="en-US" sz="2800" dirty="0" err="1"/>
              <a:t>Visualise</a:t>
            </a:r>
            <a:r>
              <a:rPr lang="en-US" sz="2800" dirty="0"/>
              <a:t> &amp; Explore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defRPr sz="2100"/>
            </a:pPr>
            <a:r>
              <a:rPr lang="en-US" sz="2800" dirty="0"/>
              <a:t>AI → Accelerate &amp; Assist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defRPr sz="2100"/>
            </a:pPr>
            <a:endParaRPr lang="en-US" sz="2800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defRPr sz="2100"/>
            </a:pPr>
            <a:r>
              <a:rPr lang="en-US" sz="2800" dirty="0"/>
              <a:t>The tools are different. 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defRPr sz="2100"/>
            </a:pPr>
            <a:r>
              <a:rPr lang="en-US" sz="2800" dirty="0"/>
              <a:t>The thinking is the same: Ask better questions.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EC3AD1-DA06-4E55-8EEF-078419965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5433" y="638174"/>
            <a:ext cx="3680469" cy="282842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ile:Microsoft Office Excel (2025–present).svg - Wikipedia">
            <a:extLst>
              <a:ext uri="{FF2B5EF4-FFF2-40B4-BE49-F238E27FC236}">
                <a16:creationId xmlns:a16="http://schemas.microsoft.com/office/drawing/2014/main" id="{964CA6C1-3A37-58EC-2B74-EFF86E228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955" y="971404"/>
            <a:ext cx="2068606" cy="213258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EFD83C0-7D88-4396-8CF2-B807E97D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598" y="3568647"/>
            <a:ext cx="3680469" cy="282842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ower BI - Hopmann Marketing Analytics">
            <a:extLst>
              <a:ext uri="{FF2B5EF4-FFF2-40B4-BE49-F238E27FC236}">
                <a16:creationId xmlns:a16="http://schemas.microsoft.com/office/drawing/2014/main" id="{C227605A-C741-4FE9-7DBC-663E8D6F9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566" y="3964964"/>
            <a:ext cx="3033384" cy="202225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3A5CDF9-D53B-425C-8FFC-92ACC6A1C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50180" y="638174"/>
            <a:ext cx="3680469" cy="575516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I logo icon with star and square icons. Artificial intelligence and  Machine learning sign. Tools for generate from the text. 68438008 Vector  Art at Vecteezy">
            <a:extLst>
              <a:ext uri="{FF2B5EF4-FFF2-40B4-BE49-F238E27FC236}">
                <a16:creationId xmlns:a16="http://schemas.microsoft.com/office/drawing/2014/main" id="{3CEA3FC8-3748-2846-3D80-78600DF9A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531" y="1870908"/>
            <a:ext cx="3033384" cy="32971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1191" y="4610099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1A515B1-A9B3-49B0-AE0D-D038D42C2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emo - Free computer icons">
            <a:extLst>
              <a:ext uri="{FF2B5EF4-FFF2-40B4-BE49-F238E27FC236}">
                <a16:creationId xmlns:a16="http://schemas.microsoft.com/office/drawing/2014/main" id="{F4FA7E2B-121B-B38A-F310-44A05E27C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83" y="723899"/>
            <a:ext cx="3566161" cy="3566161"/>
          </a:xfrm>
          <a:prstGeom prst="rect">
            <a:avLst/>
          </a:prstGeom>
        </p:spPr>
      </p:pic>
      <p:pic>
        <p:nvPicPr>
          <p:cNvPr id="6" name="Picture 5" descr="Power BI - Hopmann Marketing Analytics">
            <a:extLst>
              <a:ext uri="{FF2B5EF4-FFF2-40B4-BE49-F238E27FC236}">
                <a16:creationId xmlns:a16="http://schemas.microsoft.com/office/drawing/2014/main" id="{030A2AA2-B472-C32A-26B6-14A1DEC9B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009" y="979697"/>
            <a:ext cx="4581848" cy="30545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C961A-0EE7-2926-0D19-382FC0DD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B1D3B0-1E2E-48E2-ACCC-EE147A9A0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B8B191-5BC6-486A-8E6E-13B1C9EE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E3DE27-4115-4B5D-A9DB-3C7CDC82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5196B7-638B-4DC2-897C-9F49E9D46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262CFB0-CBAC-4B42-B115-C04986CD0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I logo icon with star and square icons. Artificial intelligence and  Machine learning sign. Tools for generate from the text. 68438008 Vector  Art at Vecteezy">
            <a:extLst>
              <a:ext uri="{FF2B5EF4-FFF2-40B4-BE49-F238E27FC236}">
                <a16:creationId xmlns:a16="http://schemas.microsoft.com/office/drawing/2014/main" id="{9DDB7B3F-47CB-641D-73EE-816C67C1A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856" y="802351"/>
            <a:ext cx="2798837" cy="304221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0C35990-E81C-43AE-B207-1CAD6CFC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CA2D46-61FA-ABCC-24E6-4AC6E695CCB2}"/>
              </a:ext>
            </a:extLst>
          </p:cNvPr>
          <p:cNvSpPr txBox="1"/>
          <p:nvPr/>
        </p:nvSpPr>
        <p:spPr>
          <a:xfrm>
            <a:off x="581191" y="4610099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20" name="Picture 19" descr="Demo - Free computer icons">
            <a:extLst>
              <a:ext uri="{FF2B5EF4-FFF2-40B4-BE49-F238E27FC236}">
                <a16:creationId xmlns:a16="http://schemas.microsoft.com/office/drawing/2014/main" id="{36B0E6E3-3FB9-16D9-6164-031476D7E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3" y="723899"/>
            <a:ext cx="3566161" cy="356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56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26633"/>
            <a:ext cx="366606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/>
              <a:t>Your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277" y="1643281"/>
            <a:ext cx="5109882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rPr sz="3200" dirty="0"/>
              <a:t>Excel → Analyze</a:t>
            </a:r>
          </a:p>
          <a:p>
            <a:pPr>
              <a:spcAft>
                <a:spcPts val="1400"/>
              </a:spcAft>
              <a:defRPr sz="2100"/>
            </a:pPr>
            <a:r>
              <a:rPr sz="3200" dirty="0"/>
              <a:t>Power BI → Visualize</a:t>
            </a:r>
          </a:p>
          <a:p>
            <a:pPr>
              <a:spcAft>
                <a:spcPts val="1400"/>
              </a:spcAft>
              <a:defRPr sz="2100"/>
            </a:pPr>
            <a:r>
              <a:rPr sz="3200" dirty="0"/>
              <a:t>AI → Accelerate</a:t>
            </a:r>
          </a:p>
          <a:p>
            <a:pPr>
              <a:spcAft>
                <a:spcPts val="1400"/>
              </a:spcAft>
              <a:defRPr sz="2100"/>
            </a:pPr>
            <a:r>
              <a:rPr sz="3200" dirty="0"/>
              <a:t>Business Thinking → Decide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CC1D8ED-1C48-A6FD-EA7B-ED5B05CBCA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765361"/>
              </p:ext>
            </p:extLst>
          </p:nvPr>
        </p:nvGraphicFramePr>
        <p:xfrm>
          <a:off x="5220069" y="1240633"/>
          <a:ext cx="6931615" cy="4751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2A286CD-5E10-A740-61C8-70829C7F647A}"/>
              </a:ext>
            </a:extLst>
          </p:cNvPr>
          <p:cNvSpPr txBox="1"/>
          <p:nvPr/>
        </p:nvSpPr>
        <p:spPr>
          <a:xfrm>
            <a:off x="249131" y="6172158"/>
            <a:ext cx="118226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100"/>
            </a:pPr>
            <a:r>
              <a:rPr lang="en-US" sz="2000" dirty="0"/>
              <a:t>Smart Course – </a:t>
            </a:r>
            <a:r>
              <a:rPr lang="en-US" sz="2000" dirty="0" err="1"/>
              <a:t>B.Com</a:t>
            </a:r>
            <a:r>
              <a:rPr lang="en-US" sz="2000" dirty="0"/>
              <a:t>. BBA, MBA, PGDEF, CAFM, CAM, NELP</a:t>
            </a:r>
            <a:endParaRPr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0720"/>
            <a:ext cx="450001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One Last 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94169"/>
            <a:ext cx="69396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sz="3200" dirty="0"/>
              <a:t>Start with curiosity. Then learn the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78556"/>
            <a:ext cx="11639773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rPr sz="2800" dirty="0"/>
              <a:t>The best Data Analysts are not the people who know the most charts.</a:t>
            </a:r>
          </a:p>
          <a:p>
            <a:pPr>
              <a:spcAft>
                <a:spcPts val="1400"/>
              </a:spcAft>
              <a:defRPr sz="2100"/>
            </a:pPr>
            <a:r>
              <a:rPr sz="2800" dirty="0"/>
              <a:t>They are the people who ask the best questions.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E15184F-F23E-CDB0-A417-0E28379E9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3778411"/>
              </p:ext>
            </p:extLst>
          </p:nvPr>
        </p:nvGraphicFramePr>
        <p:xfrm>
          <a:off x="1669987" y="3494692"/>
          <a:ext cx="9082844" cy="3062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18356-FA46-7F6A-7A5B-DACDF8DC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BB1D3B0-1E2E-48E2-ACCC-EE147A9A0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B8B191-5BC6-486A-8E6E-13B1C9EE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E3DE27-4115-4B5D-A9DB-3C7CDC82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5196B7-638B-4DC2-897C-9F49E9D46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179847-573D-97CA-7091-46BE27EC7B74}"/>
              </a:ext>
            </a:extLst>
          </p:cNvPr>
          <p:cNvSpPr txBox="1"/>
          <p:nvPr/>
        </p:nvSpPr>
        <p:spPr>
          <a:xfrm>
            <a:off x="581191" y="4610099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262CFB0-CBAC-4B42-B115-C04986CD0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C35990-E81C-43AE-B207-1CAD6CFC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nlock the Power of Data-Driven Decision-Making">
            <a:extLst>
              <a:ext uri="{FF2B5EF4-FFF2-40B4-BE49-F238E27FC236}">
                <a16:creationId xmlns:a16="http://schemas.microsoft.com/office/drawing/2014/main" id="{FA35C687-047E-B2D8-ACBE-A3EEE7AB55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4" r="9815" b="2"/>
          <a:stretch>
            <a:fillRect/>
          </a:stretch>
        </p:blipFill>
        <p:spPr>
          <a:xfrm>
            <a:off x="482600" y="779419"/>
            <a:ext cx="5052566" cy="3192827"/>
          </a:xfrm>
          <a:prstGeom prst="rect">
            <a:avLst/>
          </a:prstGeom>
        </p:spPr>
      </p:pic>
      <p:pic>
        <p:nvPicPr>
          <p:cNvPr id="7" name="Picture 6" descr="Chakras and their Symbols: Meanings, Benefits &amp; Life Balance">
            <a:extLst>
              <a:ext uri="{FF2B5EF4-FFF2-40B4-BE49-F238E27FC236}">
                <a16:creationId xmlns:a16="http://schemas.microsoft.com/office/drawing/2014/main" id="{68C9A31E-42C6-3615-7ED5-0A3C3396FA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75" r="3" b="1464"/>
          <a:stretch>
            <a:fillRect/>
          </a:stretch>
        </p:blipFill>
        <p:spPr>
          <a:xfrm>
            <a:off x="6482568" y="765741"/>
            <a:ext cx="5226832" cy="32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6876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1864</TotalTime>
  <Words>378</Words>
  <Application>Microsoft Office PowerPoint</Application>
  <PresentationFormat>Widescreen</PresentationFormat>
  <Paragraphs>110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Dhaval Gandhi</cp:lastModifiedBy>
  <cp:revision>29</cp:revision>
  <dcterms:created xsi:type="dcterms:W3CDTF">2013-01-27T09:14:16Z</dcterms:created>
  <dcterms:modified xsi:type="dcterms:W3CDTF">2026-08-22T04:23:48Z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2026-08-18T12:33:39Z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05e04c34-e1a1-40b7-9374-e1b2c5dcf2f6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</Properties>
</file>