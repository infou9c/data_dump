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13"/>
  </p:notesMasterIdLst>
  <p:sldIdLst>
    <p:sldId id="256" r:id="rId2"/>
    <p:sldId id="285" r:id="rId3"/>
    <p:sldId id="282" r:id="rId4"/>
    <p:sldId id="286" r:id="rId5"/>
    <p:sldId id="288" r:id="rId6"/>
    <p:sldId id="287" r:id="rId7"/>
    <p:sldId id="281" r:id="rId8"/>
    <p:sldId id="289" r:id="rId9"/>
    <p:sldId id="269" r:id="rId10"/>
    <p:sldId id="290" r:id="rId11"/>
    <p:sldId id="28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60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val Gandhi" userId="3108f329-0ef6-4aa9-9cd8-c73491b3ee16" providerId="ADAL" clId="{09EBAA43-0CC9-4727-9E55-248C73EC15F5}"/>
    <pc:docChg chg="undo custSel addSld delSld modSld sldOrd">
      <pc:chgData name="Dhaval Gandhi" userId="3108f329-0ef6-4aa9-9cd8-c73491b3ee16" providerId="ADAL" clId="{09EBAA43-0CC9-4727-9E55-248C73EC15F5}" dt="2026-09-30T07:00:13.985" v="477" actId="1076"/>
      <pc:docMkLst>
        <pc:docMk/>
      </pc:docMkLst>
      <pc:sldChg chg="addSp delSp modSp mod">
        <pc:chgData name="Dhaval Gandhi" userId="3108f329-0ef6-4aa9-9cd8-c73491b3ee16" providerId="ADAL" clId="{09EBAA43-0CC9-4727-9E55-248C73EC15F5}" dt="2026-09-30T06:58:39.825" v="461" actId="14100"/>
        <pc:sldMkLst>
          <pc:docMk/>
          <pc:sldMk cId="0" sldId="256"/>
        </pc:sldMkLst>
        <pc:spChg chg="mod">
          <ac:chgData name="Dhaval Gandhi" userId="3108f329-0ef6-4aa9-9cd8-c73491b3ee16" providerId="ADAL" clId="{09EBAA43-0CC9-4727-9E55-248C73EC15F5}" dt="2026-09-27T01:28:11.964" v="46" actId="20577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11" creationId="{1E5E4503-CC62-4DA9-9121-0A15719984CE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13" creationId="{D8D61A1B-3C4C-4F0E-965F-15837624CF5B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15" creationId="{00E56243-9701-44E8-8A92-319433305195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17" creationId="{5B1F1915-E076-48EB-BB4A-EE9808EB40CB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19" creationId="{C946306D-5ADD-463A-949A-DEEBA39D70DC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21" creationId="{9180D5DB-9658-40A6-A418-7C69982226F4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30" creationId="{D8D61A1B-3C4C-4F0E-965F-15837624CF5B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32" creationId="{00E56243-9701-44E8-8A92-319433305195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34" creationId="{5B1F1915-E076-48EB-BB4A-EE9808EB40CB}"/>
          </ac:spMkLst>
        </pc:spChg>
        <pc:spChg chg="add del">
          <ac:chgData name="Dhaval Gandhi" userId="3108f329-0ef6-4aa9-9cd8-c73491b3ee16" providerId="ADAL" clId="{09EBAA43-0CC9-4727-9E55-248C73EC15F5}" dt="2026-09-30T06:58:10.686" v="456" actId="26606"/>
          <ac:spMkLst>
            <pc:docMk/>
            <pc:sldMk cId="0" sldId="256"/>
            <ac:spMk id="36" creationId="{C946306D-5ADD-463A-949A-DEEBA39D70DC}"/>
          </ac:spMkLst>
        </pc:spChg>
        <pc:picChg chg="add del mod">
          <ac:chgData name="Dhaval Gandhi" userId="3108f329-0ef6-4aa9-9cd8-c73491b3ee16" providerId="ADAL" clId="{09EBAA43-0CC9-4727-9E55-248C73EC15F5}" dt="2026-09-30T06:57:50.259" v="453" actId="478"/>
          <ac:picMkLst>
            <pc:docMk/>
            <pc:sldMk cId="0" sldId="256"/>
            <ac:picMk id="4" creationId="{F832084F-4C05-B2C1-8064-FD6335017859}"/>
          </ac:picMkLst>
        </pc:picChg>
        <pc:picChg chg="add mod">
          <ac:chgData name="Dhaval Gandhi" userId="3108f329-0ef6-4aa9-9cd8-c73491b3ee16" providerId="ADAL" clId="{09EBAA43-0CC9-4727-9E55-248C73EC15F5}" dt="2026-09-30T06:58:18.386" v="458" actId="1076"/>
          <ac:picMkLst>
            <pc:docMk/>
            <pc:sldMk cId="0" sldId="256"/>
            <ac:picMk id="5" creationId="{6BC3AC53-A113-2A97-6DC6-6B9EFD99E309}"/>
          </ac:picMkLst>
        </pc:picChg>
        <pc:picChg chg="mod">
          <ac:chgData name="Dhaval Gandhi" userId="3108f329-0ef6-4aa9-9cd8-c73491b3ee16" providerId="ADAL" clId="{09EBAA43-0CC9-4727-9E55-248C73EC15F5}" dt="2026-09-30T06:58:39.825" v="461" actId="14100"/>
          <ac:picMkLst>
            <pc:docMk/>
            <pc:sldMk cId="0" sldId="256"/>
            <ac:picMk id="6" creationId="{8046A668-FA99-42D9-7C24-1BDFD8075822}"/>
          </ac:picMkLst>
        </pc:picChg>
      </pc:sldChg>
      <pc:sldChg chg="addSp delSp modSp mod">
        <pc:chgData name="Dhaval Gandhi" userId="3108f329-0ef6-4aa9-9cd8-c73491b3ee16" providerId="ADAL" clId="{09EBAA43-0CC9-4727-9E55-248C73EC15F5}" dt="2026-09-28T13:17:06.268" v="428" actId="1035"/>
        <pc:sldMkLst>
          <pc:docMk/>
          <pc:sldMk cId="0" sldId="269"/>
        </pc:sldMkLst>
        <pc:spChg chg="mod">
          <ac:chgData name="Dhaval Gandhi" userId="3108f329-0ef6-4aa9-9cd8-c73491b3ee16" providerId="ADAL" clId="{09EBAA43-0CC9-4727-9E55-248C73EC15F5}" dt="2026-09-28T13:07:47.267" v="315" actId="1076"/>
          <ac:spMkLst>
            <pc:docMk/>
            <pc:sldMk cId="0" sldId="269"/>
            <ac:spMk id="2" creationId="{00000000-0000-0000-0000-000000000000}"/>
          </ac:spMkLst>
        </pc:spChg>
        <pc:spChg chg="add mod">
          <ac:chgData name="Dhaval Gandhi" userId="3108f329-0ef6-4aa9-9cd8-c73491b3ee16" providerId="ADAL" clId="{09EBAA43-0CC9-4727-9E55-248C73EC15F5}" dt="2026-09-28T13:17:06.268" v="428" actId="1035"/>
          <ac:spMkLst>
            <pc:docMk/>
            <pc:sldMk cId="0" sldId="269"/>
            <ac:spMk id="7" creationId="{4AA62A78-BFFA-C2AD-DC37-30A577F10CD3}"/>
          </ac:spMkLst>
        </pc:spChg>
        <pc:spChg chg="add mod">
          <ac:chgData name="Dhaval Gandhi" userId="3108f329-0ef6-4aa9-9cd8-c73491b3ee16" providerId="ADAL" clId="{09EBAA43-0CC9-4727-9E55-248C73EC15F5}" dt="2026-09-28T13:15:24.752" v="372" actId="20577"/>
          <ac:spMkLst>
            <pc:docMk/>
            <pc:sldMk cId="0" sldId="269"/>
            <ac:spMk id="11" creationId="{F1D877BA-345E-4C6D-677D-996869F00282}"/>
          </ac:spMkLst>
        </pc:spChg>
        <pc:spChg chg="add mod">
          <ac:chgData name="Dhaval Gandhi" userId="3108f329-0ef6-4aa9-9cd8-c73491b3ee16" providerId="ADAL" clId="{09EBAA43-0CC9-4727-9E55-248C73EC15F5}" dt="2026-09-28T13:17:06.268" v="428" actId="1035"/>
          <ac:spMkLst>
            <pc:docMk/>
            <pc:sldMk cId="0" sldId="269"/>
            <ac:spMk id="13" creationId="{13F15DC4-1B34-ABC5-DF68-ED4139A838DE}"/>
          </ac:spMkLst>
        </pc:spChg>
      </pc:sldChg>
      <pc:sldChg chg="addSp delSp modSp mod">
        <pc:chgData name="Dhaval Gandhi" userId="3108f329-0ef6-4aa9-9cd8-c73491b3ee16" providerId="ADAL" clId="{09EBAA43-0CC9-4727-9E55-248C73EC15F5}" dt="2026-09-30T06:59:22.697" v="465" actId="1076"/>
        <pc:sldMkLst>
          <pc:docMk/>
          <pc:sldMk cId="1773856179" sldId="281"/>
        </pc:sldMkLst>
        <pc:picChg chg="add mod">
          <ac:chgData name="Dhaval Gandhi" userId="3108f329-0ef6-4aa9-9cd8-c73491b3ee16" providerId="ADAL" clId="{09EBAA43-0CC9-4727-9E55-248C73EC15F5}" dt="2026-09-30T06:59:22.697" v="465" actId="1076"/>
          <ac:picMkLst>
            <pc:docMk/>
            <pc:sldMk cId="1773856179" sldId="281"/>
            <ac:picMk id="3" creationId="{2FE996FB-DA2E-CD4E-59FE-ADF44779DA2E}"/>
          </ac:picMkLst>
        </pc:picChg>
        <pc:picChg chg="del">
          <ac:chgData name="Dhaval Gandhi" userId="3108f329-0ef6-4aa9-9cd8-c73491b3ee16" providerId="ADAL" clId="{09EBAA43-0CC9-4727-9E55-248C73EC15F5}" dt="2026-09-30T06:58:58.969" v="462" actId="478"/>
          <ac:picMkLst>
            <pc:docMk/>
            <pc:sldMk cId="1773856179" sldId="281"/>
            <ac:picMk id="12" creationId="{9DDB7B3F-47CB-641D-73EE-816C67C1A71C}"/>
          </ac:picMkLst>
        </pc:picChg>
      </pc:sldChg>
      <pc:sldChg chg="addSp delSp modSp mod ord">
        <pc:chgData name="Dhaval Gandhi" userId="3108f329-0ef6-4aa9-9cd8-c73491b3ee16" providerId="ADAL" clId="{09EBAA43-0CC9-4727-9E55-248C73EC15F5}" dt="2026-09-28T11:48:14.812" v="256" actId="1076"/>
        <pc:sldMkLst>
          <pc:docMk/>
          <pc:sldMk cId="798758566" sldId="282"/>
        </pc:sldMkLst>
        <pc:picChg chg="add mod">
          <ac:chgData name="Dhaval Gandhi" userId="3108f329-0ef6-4aa9-9cd8-c73491b3ee16" providerId="ADAL" clId="{09EBAA43-0CC9-4727-9E55-248C73EC15F5}" dt="2026-09-28T11:48:02.456" v="253" actId="1037"/>
          <ac:picMkLst>
            <pc:docMk/>
            <pc:sldMk cId="798758566" sldId="282"/>
            <ac:picMk id="2" creationId="{40542203-1A7B-F681-6233-0986EA09FE55}"/>
          </ac:picMkLst>
        </pc:picChg>
        <pc:picChg chg="add mod modCrop">
          <ac:chgData name="Dhaval Gandhi" userId="3108f329-0ef6-4aa9-9cd8-c73491b3ee16" providerId="ADAL" clId="{09EBAA43-0CC9-4727-9E55-248C73EC15F5}" dt="2026-09-28T11:48:02.456" v="253" actId="1037"/>
          <ac:picMkLst>
            <pc:docMk/>
            <pc:sldMk cId="798758566" sldId="282"/>
            <ac:picMk id="4" creationId="{D68B68C0-CC7F-016F-2127-67F26562C90D}"/>
          </ac:picMkLst>
        </pc:picChg>
        <pc:picChg chg="mod">
          <ac:chgData name="Dhaval Gandhi" userId="3108f329-0ef6-4aa9-9cd8-c73491b3ee16" providerId="ADAL" clId="{09EBAA43-0CC9-4727-9E55-248C73EC15F5}" dt="2026-09-28T11:48:13.652" v="255" actId="1076"/>
          <ac:picMkLst>
            <pc:docMk/>
            <pc:sldMk cId="798758566" sldId="282"/>
            <ac:picMk id="7" creationId="{EF859677-716C-0DA1-2575-666D8F12D541}"/>
          </ac:picMkLst>
        </pc:picChg>
        <pc:picChg chg="mod">
          <ac:chgData name="Dhaval Gandhi" userId="3108f329-0ef6-4aa9-9cd8-c73491b3ee16" providerId="ADAL" clId="{09EBAA43-0CC9-4727-9E55-248C73EC15F5}" dt="2026-09-28T11:48:14.812" v="256" actId="1076"/>
          <ac:picMkLst>
            <pc:docMk/>
            <pc:sldMk cId="798758566" sldId="282"/>
            <ac:picMk id="10" creationId="{5D453D4C-A889-50A3-C18D-57359E95B844}"/>
          </ac:picMkLst>
        </pc:picChg>
        <pc:picChg chg="mod">
          <ac:chgData name="Dhaval Gandhi" userId="3108f329-0ef6-4aa9-9cd8-c73491b3ee16" providerId="ADAL" clId="{09EBAA43-0CC9-4727-9E55-248C73EC15F5}" dt="2026-09-28T11:48:05.884" v="254" actId="1076"/>
          <ac:picMkLst>
            <pc:docMk/>
            <pc:sldMk cId="798758566" sldId="282"/>
            <ac:picMk id="11" creationId="{85EA4082-E4E5-84C3-714F-EB4D5FF331C8}"/>
          </ac:picMkLst>
        </pc:picChg>
      </pc:sldChg>
      <pc:sldChg chg="addSp delSp modSp mod">
        <pc:chgData name="Dhaval Gandhi" userId="3108f329-0ef6-4aa9-9cd8-c73491b3ee16" providerId="ADAL" clId="{09EBAA43-0CC9-4727-9E55-248C73EC15F5}" dt="2026-09-30T06:59:48.679" v="471" actId="22"/>
        <pc:sldMkLst>
          <pc:docMk/>
          <pc:sldMk cId="1007268764" sldId="284"/>
        </pc:sldMkLst>
        <pc:picChg chg="add del">
          <ac:chgData name="Dhaval Gandhi" userId="3108f329-0ef6-4aa9-9cd8-c73491b3ee16" providerId="ADAL" clId="{09EBAA43-0CC9-4727-9E55-248C73EC15F5}" dt="2026-09-30T06:59:27.264" v="466" actId="478"/>
          <ac:picMkLst>
            <pc:docMk/>
            <pc:sldMk cId="1007268764" sldId="284"/>
            <ac:picMk id="3" creationId="{50599225-3AF7-1904-D3EE-C77BACD89548}"/>
          </ac:picMkLst>
        </pc:picChg>
        <pc:picChg chg="add del mod">
          <ac:chgData name="Dhaval Gandhi" userId="3108f329-0ef6-4aa9-9cd8-c73491b3ee16" providerId="ADAL" clId="{09EBAA43-0CC9-4727-9E55-248C73EC15F5}" dt="2026-09-30T06:59:34.515" v="469" actId="478"/>
          <ac:picMkLst>
            <pc:docMk/>
            <pc:sldMk cId="1007268764" sldId="284"/>
            <ac:picMk id="4" creationId="{E6386BDF-F230-F40C-5CE0-B98AA7D6323C}"/>
          </ac:picMkLst>
        </pc:picChg>
        <pc:picChg chg="add">
          <ac:chgData name="Dhaval Gandhi" userId="3108f329-0ef6-4aa9-9cd8-c73491b3ee16" providerId="ADAL" clId="{09EBAA43-0CC9-4727-9E55-248C73EC15F5}" dt="2026-09-30T06:59:48.679" v="471" actId="22"/>
          <ac:picMkLst>
            <pc:docMk/>
            <pc:sldMk cId="1007268764" sldId="284"/>
            <ac:picMk id="6" creationId="{0DFB00E8-1DB0-8F39-066C-65D0F051F25C}"/>
          </ac:picMkLst>
        </pc:picChg>
        <pc:picChg chg="del">
          <ac:chgData name="Dhaval Gandhi" userId="3108f329-0ef6-4aa9-9cd8-c73491b3ee16" providerId="ADAL" clId="{09EBAA43-0CC9-4727-9E55-248C73EC15F5}" dt="2026-09-30T06:59:36.284" v="470" actId="478"/>
          <ac:picMkLst>
            <pc:docMk/>
            <pc:sldMk cId="1007268764" sldId="284"/>
            <ac:picMk id="7" creationId="{68C9A31E-42C6-3615-7ED5-0A3C3396FA73}"/>
          </ac:picMkLst>
        </pc:picChg>
        <pc:picChg chg="add">
          <ac:chgData name="Dhaval Gandhi" userId="3108f329-0ef6-4aa9-9cd8-c73491b3ee16" providerId="ADAL" clId="{09EBAA43-0CC9-4727-9E55-248C73EC15F5}" dt="2026-09-30T06:59:48.679" v="471" actId="22"/>
          <ac:picMkLst>
            <pc:docMk/>
            <pc:sldMk cId="1007268764" sldId="284"/>
            <ac:picMk id="9" creationId="{65B31B82-9F08-E2BA-AEC1-E98669C0E292}"/>
          </ac:picMkLst>
        </pc:picChg>
      </pc:sldChg>
      <pc:sldChg chg="addSp delSp modSp mod ord">
        <pc:chgData name="Dhaval Gandhi" userId="3108f329-0ef6-4aa9-9cd8-c73491b3ee16" providerId="ADAL" clId="{09EBAA43-0CC9-4727-9E55-248C73EC15F5}" dt="2026-09-28T11:48:25.489" v="258"/>
        <pc:sldMkLst>
          <pc:docMk/>
          <pc:sldMk cId="3108098364" sldId="285"/>
        </pc:sldMkLst>
        <pc:graphicFrameChg chg="mod modGraphic">
          <ac:chgData name="Dhaval Gandhi" userId="3108f329-0ef6-4aa9-9cd8-c73491b3ee16" providerId="ADAL" clId="{09EBAA43-0CC9-4727-9E55-248C73EC15F5}" dt="2026-09-27T01:52:16.056" v="100" actId="1076"/>
          <ac:graphicFrameMkLst>
            <pc:docMk/>
            <pc:sldMk cId="3108098364" sldId="285"/>
            <ac:graphicFrameMk id="33" creationId="{C8DD3FB1-F8C1-23BE-464B-616210605863}"/>
          </ac:graphicFrameMkLst>
        </pc:graphicFrameChg>
        <pc:picChg chg="add mod">
          <ac:chgData name="Dhaval Gandhi" userId="3108f329-0ef6-4aa9-9cd8-c73491b3ee16" providerId="ADAL" clId="{09EBAA43-0CC9-4727-9E55-248C73EC15F5}" dt="2026-09-27T01:47:23.531" v="72" actId="1076"/>
          <ac:picMkLst>
            <pc:docMk/>
            <pc:sldMk cId="3108098364" sldId="285"/>
            <ac:picMk id="4" creationId="{6C425B76-07D3-3AA9-1725-A7A1269DC16A}"/>
          </ac:picMkLst>
        </pc:picChg>
        <pc:picChg chg="add mod">
          <ac:chgData name="Dhaval Gandhi" userId="3108f329-0ef6-4aa9-9cd8-c73491b3ee16" providerId="ADAL" clId="{09EBAA43-0CC9-4727-9E55-248C73EC15F5}" dt="2026-09-27T01:47:22.092" v="71" actId="1076"/>
          <ac:picMkLst>
            <pc:docMk/>
            <pc:sldMk cId="3108098364" sldId="285"/>
            <ac:picMk id="6" creationId="{8BD008CC-39A9-1BCF-B90F-855F65220436}"/>
          </ac:picMkLst>
        </pc:picChg>
        <pc:picChg chg="add mod modCrop">
          <ac:chgData name="Dhaval Gandhi" userId="3108f329-0ef6-4aa9-9cd8-c73491b3ee16" providerId="ADAL" clId="{09EBAA43-0CC9-4727-9E55-248C73EC15F5}" dt="2026-09-27T01:50:18.032" v="88" actId="1076"/>
          <ac:picMkLst>
            <pc:docMk/>
            <pc:sldMk cId="3108098364" sldId="285"/>
            <ac:picMk id="7" creationId="{58121360-A9FF-DA4D-4CE8-1DD57C0419B2}"/>
          </ac:picMkLst>
        </pc:picChg>
        <pc:picChg chg="add mod">
          <ac:chgData name="Dhaval Gandhi" userId="3108f329-0ef6-4aa9-9cd8-c73491b3ee16" providerId="ADAL" clId="{09EBAA43-0CC9-4727-9E55-248C73EC15F5}" dt="2026-09-27T01:52:01.250" v="99" actId="1076"/>
          <ac:picMkLst>
            <pc:docMk/>
            <pc:sldMk cId="3108098364" sldId="285"/>
            <ac:picMk id="8" creationId="{3A405052-9663-6D25-4B34-01C48BA48064}"/>
          </ac:picMkLst>
        </pc:picChg>
        <pc:picChg chg="add mod">
          <ac:chgData name="Dhaval Gandhi" userId="3108f329-0ef6-4aa9-9cd8-c73491b3ee16" providerId="ADAL" clId="{09EBAA43-0CC9-4727-9E55-248C73EC15F5}" dt="2026-09-27T01:51:58.915" v="98" actId="1076"/>
          <ac:picMkLst>
            <pc:docMk/>
            <pc:sldMk cId="3108098364" sldId="285"/>
            <ac:picMk id="9" creationId="{DA864934-9C28-9BE6-4B8B-BD54D674E6A8}"/>
          </ac:picMkLst>
        </pc:picChg>
        <pc:picChg chg="mod">
          <ac:chgData name="Dhaval Gandhi" userId="3108f329-0ef6-4aa9-9cd8-c73491b3ee16" providerId="ADAL" clId="{09EBAA43-0CC9-4727-9E55-248C73EC15F5}" dt="2026-09-28T03:54:18.937" v="152" actId="14100"/>
          <ac:picMkLst>
            <pc:docMk/>
            <pc:sldMk cId="3108098364" sldId="285"/>
            <ac:picMk id="22" creationId="{DAF31ECA-270D-70C1-7745-5E28C3D6C163}"/>
          </ac:picMkLst>
        </pc:picChg>
        <pc:picChg chg="mod">
          <ac:chgData name="Dhaval Gandhi" userId="3108f329-0ef6-4aa9-9cd8-c73491b3ee16" providerId="ADAL" clId="{09EBAA43-0CC9-4727-9E55-248C73EC15F5}" dt="2026-09-28T03:54:23.218" v="156" actId="1038"/>
          <ac:picMkLst>
            <pc:docMk/>
            <pc:sldMk cId="3108098364" sldId="285"/>
            <ac:picMk id="24" creationId="{7CA2688F-84CC-7E02-14BD-50E1DB49BF7A}"/>
          </ac:picMkLst>
        </pc:picChg>
      </pc:sldChg>
      <pc:sldChg chg="addSp modSp new mod">
        <pc:chgData name="Dhaval Gandhi" userId="3108f329-0ef6-4aa9-9cd8-c73491b3ee16" providerId="ADAL" clId="{09EBAA43-0CC9-4727-9E55-248C73EC15F5}" dt="2026-09-28T03:53:35.540" v="151" actId="1035"/>
        <pc:sldMkLst>
          <pc:docMk/>
          <pc:sldMk cId="3202492513" sldId="286"/>
        </pc:sldMkLst>
        <pc:picChg chg="add mod">
          <ac:chgData name="Dhaval Gandhi" userId="3108f329-0ef6-4aa9-9cd8-c73491b3ee16" providerId="ADAL" clId="{09EBAA43-0CC9-4727-9E55-248C73EC15F5}" dt="2026-09-28T03:53:35.540" v="151" actId="1035"/>
          <ac:picMkLst>
            <pc:docMk/>
            <pc:sldMk cId="3202492513" sldId="286"/>
            <ac:picMk id="3" creationId="{18FD9FED-64ED-AF2A-DD80-D0A522AE730B}"/>
          </ac:picMkLst>
        </pc:picChg>
      </pc:sldChg>
      <pc:sldChg chg="addSp delSp modSp new mod">
        <pc:chgData name="Dhaval Gandhi" userId="3108f329-0ef6-4aa9-9cd8-c73491b3ee16" providerId="ADAL" clId="{09EBAA43-0CC9-4727-9E55-248C73EC15F5}" dt="2026-09-28T04:59:07.533" v="167" actId="21"/>
        <pc:sldMkLst>
          <pc:docMk/>
          <pc:sldMk cId="3122919459" sldId="287"/>
        </pc:sldMkLst>
        <pc:picChg chg="add mod">
          <ac:chgData name="Dhaval Gandhi" userId="3108f329-0ef6-4aa9-9cd8-c73491b3ee16" providerId="ADAL" clId="{09EBAA43-0CC9-4727-9E55-248C73EC15F5}" dt="2026-09-28T04:52:03.602" v="164" actId="1076"/>
          <ac:picMkLst>
            <pc:docMk/>
            <pc:sldMk cId="3122919459" sldId="287"/>
            <ac:picMk id="5" creationId="{862E42E5-9A7D-55BC-4690-D6438E2AEE8E}"/>
          </ac:picMkLst>
        </pc:picChg>
      </pc:sldChg>
      <pc:sldChg chg="addSp delSp modSp add mod">
        <pc:chgData name="Dhaval Gandhi" userId="3108f329-0ef6-4aa9-9cd8-c73491b3ee16" providerId="ADAL" clId="{09EBAA43-0CC9-4727-9E55-248C73EC15F5}" dt="2026-09-28T05:11:28.134" v="184" actId="1035"/>
        <pc:sldMkLst>
          <pc:docMk/>
          <pc:sldMk cId="2570318648" sldId="288"/>
        </pc:sldMkLst>
        <pc:spChg chg="add">
          <ac:chgData name="Dhaval Gandhi" userId="3108f329-0ef6-4aa9-9cd8-c73491b3ee16" providerId="ADAL" clId="{09EBAA43-0CC9-4727-9E55-248C73EC15F5}" dt="2026-09-28T05:10:40.814" v="176"/>
          <ac:spMkLst>
            <pc:docMk/>
            <pc:sldMk cId="2570318648" sldId="288"/>
            <ac:spMk id="8" creationId="{17C175FF-7605-5774-525E-27471144248F}"/>
          </ac:spMkLst>
        </pc:spChg>
        <pc:picChg chg="add mod">
          <ac:chgData name="Dhaval Gandhi" userId="3108f329-0ef6-4aa9-9cd8-c73491b3ee16" providerId="ADAL" clId="{09EBAA43-0CC9-4727-9E55-248C73EC15F5}" dt="2026-09-28T05:11:28.134" v="184" actId="1035"/>
          <ac:picMkLst>
            <pc:docMk/>
            <pc:sldMk cId="2570318648" sldId="288"/>
            <ac:picMk id="10" creationId="{19B60033-0B3D-9F05-C61C-E83045A3B4C8}"/>
          </ac:picMkLst>
        </pc:picChg>
      </pc:sldChg>
      <pc:sldChg chg="addSp delSp modSp add mod setBg delDesignElem">
        <pc:chgData name="Dhaval Gandhi" userId="3108f329-0ef6-4aa9-9cd8-c73491b3ee16" providerId="ADAL" clId="{09EBAA43-0CC9-4727-9E55-248C73EC15F5}" dt="2026-09-30T07:00:13.985" v="477" actId="1076"/>
        <pc:sldMkLst>
          <pc:docMk/>
          <pc:sldMk cId="3398820799" sldId="289"/>
        </pc:sldMkLst>
        <pc:spChg chg="mod">
          <ac:chgData name="Dhaval Gandhi" userId="3108f329-0ef6-4aa9-9cd8-c73491b3ee16" providerId="ADAL" clId="{09EBAA43-0CC9-4727-9E55-248C73EC15F5}" dt="2026-09-28T13:04:28.176" v="298" actId="20577"/>
          <ac:spMkLst>
            <pc:docMk/>
            <pc:sldMk cId="3398820799" sldId="289"/>
            <ac:spMk id="16" creationId="{F035B1D1-9574-5523-4A38-220D4BC5103B}"/>
          </ac:spMkLst>
        </pc:spChg>
        <pc:spChg chg="add">
          <ac:chgData name="Dhaval Gandhi" userId="3108f329-0ef6-4aa9-9cd8-c73491b3ee16" providerId="ADAL" clId="{09EBAA43-0CC9-4727-9E55-248C73EC15F5}" dt="2026-09-28T13:04:02.418" v="266" actId="26606"/>
          <ac:spMkLst>
            <pc:docMk/>
            <pc:sldMk cId="3398820799" sldId="289"/>
            <ac:spMk id="18" creationId="{1BB1D3B0-1E2E-48E2-ACCC-EE147A9A0CE0}"/>
          </ac:spMkLst>
        </pc:spChg>
        <pc:spChg chg="add">
          <ac:chgData name="Dhaval Gandhi" userId="3108f329-0ef6-4aa9-9cd8-c73491b3ee16" providerId="ADAL" clId="{09EBAA43-0CC9-4727-9E55-248C73EC15F5}" dt="2026-09-28T13:04:02.418" v="266" actId="26606"/>
          <ac:spMkLst>
            <pc:docMk/>
            <pc:sldMk cId="3398820799" sldId="289"/>
            <ac:spMk id="22" creationId="{4BB8B191-5BC6-486A-8E6E-13B1C9EEE83D}"/>
          </ac:spMkLst>
        </pc:spChg>
        <pc:spChg chg="add">
          <ac:chgData name="Dhaval Gandhi" userId="3108f329-0ef6-4aa9-9cd8-c73491b3ee16" providerId="ADAL" clId="{09EBAA43-0CC9-4727-9E55-248C73EC15F5}" dt="2026-09-28T13:04:02.418" v="266" actId="26606"/>
          <ac:spMkLst>
            <pc:docMk/>
            <pc:sldMk cId="3398820799" sldId="289"/>
            <ac:spMk id="24" creationId="{06E3DE27-4115-4B5D-A9DB-3C7CDC82B121}"/>
          </ac:spMkLst>
        </pc:spChg>
        <pc:spChg chg="add">
          <ac:chgData name="Dhaval Gandhi" userId="3108f329-0ef6-4aa9-9cd8-c73491b3ee16" providerId="ADAL" clId="{09EBAA43-0CC9-4727-9E55-248C73EC15F5}" dt="2026-09-28T13:04:02.418" v="266" actId="26606"/>
          <ac:spMkLst>
            <pc:docMk/>
            <pc:sldMk cId="3398820799" sldId="289"/>
            <ac:spMk id="26" creationId="{AA5196B7-638B-4DC2-897C-9F49E9D46FD9}"/>
          </ac:spMkLst>
        </pc:spChg>
        <pc:spChg chg="add">
          <ac:chgData name="Dhaval Gandhi" userId="3108f329-0ef6-4aa9-9cd8-c73491b3ee16" providerId="ADAL" clId="{09EBAA43-0CC9-4727-9E55-248C73EC15F5}" dt="2026-09-28T13:04:02.418" v="266" actId="26606"/>
          <ac:spMkLst>
            <pc:docMk/>
            <pc:sldMk cId="3398820799" sldId="289"/>
            <ac:spMk id="29" creationId="{D262CFB0-CBAC-4B42-B115-C04986CD0098}"/>
          </ac:spMkLst>
        </pc:spChg>
        <pc:spChg chg="add">
          <ac:chgData name="Dhaval Gandhi" userId="3108f329-0ef6-4aa9-9cd8-c73491b3ee16" providerId="ADAL" clId="{09EBAA43-0CC9-4727-9E55-248C73EC15F5}" dt="2026-09-28T13:04:02.418" v="266" actId="26606"/>
          <ac:spMkLst>
            <pc:docMk/>
            <pc:sldMk cId="3398820799" sldId="289"/>
            <ac:spMk id="31" creationId="{80C35990-E81C-43AE-B207-1CAD6CFC8F4E}"/>
          </ac:spMkLst>
        </pc:spChg>
        <pc:picChg chg="add del">
          <ac:chgData name="Dhaval Gandhi" userId="3108f329-0ef6-4aa9-9cd8-c73491b3ee16" providerId="ADAL" clId="{09EBAA43-0CC9-4727-9E55-248C73EC15F5}" dt="2026-09-30T07:00:10.438" v="476" actId="478"/>
          <ac:picMkLst>
            <pc:docMk/>
            <pc:sldMk cId="3398820799" sldId="289"/>
            <ac:picMk id="3" creationId="{0F9D062E-1804-C126-E2DC-648A88AEE7F7}"/>
          </ac:picMkLst>
        </pc:picChg>
        <pc:picChg chg="add del mod">
          <ac:chgData name="Dhaval Gandhi" userId="3108f329-0ef6-4aa9-9cd8-c73491b3ee16" providerId="ADAL" clId="{09EBAA43-0CC9-4727-9E55-248C73EC15F5}" dt="2026-09-30T07:00:13.985" v="477" actId="1076"/>
          <ac:picMkLst>
            <pc:docMk/>
            <pc:sldMk cId="3398820799" sldId="289"/>
            <ac:picMk id="5" creationId="{DAABCDBE-9525-653C-EE7D-87A88112BA0C}"/>
          </ac:picMkLst>
        </pc:picChg>
        <pc:picChg chg="del mod ord">
          <ac:chgData name="Dhaval Gandhi" userId="3108f329-0ef6-4aa9-9cd8-c73491b3ee16" providerId="ADAL" clId="{09EBAA43-0CC9-4727-9E55-248C73EC15F5}" dt="2026-09-30T07:00:04.257" v="472" actId="478"/>
          <ac:picMkLst>
            <pc:docMk/>
            <pc:sldMk cId="3398820799" sldId="289"/>
            <ac:picMk id="12" creationId="{DC43FE15-FBA8-1252-2066-186AFD881F26}"/>
          </ac:picMkLst>
        </pc:picChg>
      </pc:sldChg>
      <pc:sldChg chg="addSp modSp add mod">
        <pc:chgData name="Dhaval Gandhi" userId="3108f329-0ef6-4aa9-9cd8-c73491b3ee16" providerId="ADAL" clId="{09EBAA43-0CC9-4727-9E55-248C73EC15F5}" dt="2026-09-28T13:19:01.418" v="452" actId="20577"/>
        <pc:sldMkLst>
          <pc:docMk/>
          <pc:sldMk cId="313210149" sldId="290"/>
        </pc:sldMkLst>
        <pc:spChg chg="mod">
          <ac:chgData name="Dhaval Gandhi" userId="3108f329-0ef6-4aa9-9cd8-c73491b3ee16" providerId="ADAL" clId="{09EBAA43-0CC9-4727-9E55-248C73EC15F5}" dt="2026-09-28T13:08:13.796" v="329"/>
          <ac:spMkLst>
            <pc:docMk/>
            <pc:sldMk cId="313210149" sldId="290"/>
            <ac:spMk id="2" creationId="{4C782631-D0F5-29AA-F475-B7420AEB1317}"/>
          </ac:spMkLst>
        </pc:spChg>
        <pc:spChg chg="add mod">
          <ac:chgData name="Dhaval Gandhi" userId="3108f329-0ef6-4aa9-9cd8-c73491b3ee16" providerId="ADAL" clId="{09EBAA43-0CC9-4727-9E55-248C73EC15F5}" dt="2026-09-28T13:19:01.418" v="452" actId="20577"/>
          <ac:spMkLst>
            <pc:docMk/>
            <pc:sldMk cId="313210149" sldId="290"/>
            <ac:spMk id="4" creationId="{CEA4FEA2-5A4B-76AE-1576-F16AE8AE4248}"/>
          </ac:spMkLst>
        </pc:spChg>
        <pc:spChg chg="add mod">
          <ac:chgData name="Dhaval Gandhi" userId="3108f329-0ef6-4aa9-9cd8-c73491b3ee16" providerId="ADAL" clId="{09EBAA43-0CC9-4727-9E55-248C73EC15F5}" dt="2026-09-28T13:18:34.975" v="450" actId="1036"/>
          <ac:spMkLst>
            <pc:docMk/>
            <pc:sldMk cId="313210149" sldId="290"/>
            <ac:spMk id="6" creationId="{AE137CA6-57DB-876B-9557-142933A59E2D}"/>
          </ac:spMkLst>
        </pc:spChg>
        <pc:spChg chg="mod">
          <ac:chgData name="Dhaval Gandhi" userId="3108f329-0ef6-4aa9-9cd8-c73491b3ee16" providerId="ADAL" clId="{09EBAA43-0CC9-4727-9E55-248C73EC15F5}" dt="2026-09-28T13:18:34.975" v="450" actId="1036"/>
          <ac:spMkLst>
            <pc:docMk/>
            <pc:sldMk cId="313210149" sldId="290"/>
            <ac:spMk id="7" creationId="{1922522A-9695-4D87-3ECC-83B8D996C75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2D3730-A91A-43AD-BD6D-A6A283F5BE0C}" type="doc">
      <dgm:prSet loTypeId="urn:microsoft.com/office/officeart/2018/2/layout/IconLabelList" loCatId="icon" qsTypeId="urn:microsoft.com/office/officeart/2005/8/quickstyle/simple2#1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811E57EC-C312-4B12-98BB-78D4EE4E675B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IT Professional</a:t>
          </a:r>
          <a:endParaRPr lang="en-US" dirty="0"/>
        </a:p>
      </dgm:t>
    </dgm:pt>
    <dgm:pt modelId="{FB524C17-B71D-44F5-ABBE-9659CF7745A2}" type="parTrans" cxnId="{33DF102C-BB38-40BE-AD3E-E906863E099F}">
      <dgm:prSet/>
      <dgm:spPr/>
      <dgm:t>
        <a:bodyPr/>
        <a:lstStyle/>
        <a:p>
          <a:endParaRPr lang="en-US"/>
        </a:p>
      </dgm:t>
    </dgm:pt>
    <dgm:pt modelId="{58D01C26-96BD-4260-B8D3-6D985CD5DBF8}" type="sibTrans" cxnId="{33DF102C-BB38-40BE-AD3E-E906863E099F}">
      <dgm:prSet/>
      <dgm:spPr/>
      <dgm:t>
        <a:bodyPr/>
        <a:lstStyle/>
        <a:p>
          <a:endParaRPr lang="en-US"/>
        </a:p>
      </dgm:t>
    </dgm:pt>
    <dgm:pt modelId="{FE861F94-FD83-46D7-BA9D-F4C6046FD78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AI, Data Analytics,  &amp; Blockchain </a:t>
          </a:r>
          <a:r>
            <a:rPr lang="pl-PL" sz="2400" dirty="0"/>
            <a:t>Trainer</a:t>
          </a:r>
          <a:endParaRPr lang="en-US" sz="2400" dirty="0"/>
        </a:p>
      </dgm:t>
    </dgm:pt>
    <dgm:pt modelId="{A40E03D6-8775-4DF6-98FB-54B27029F730}" type="parTrans" cxnId="{8A4A859C-956A-4550-8928-D4C091AA4A0C}">
      <dgm:prSet/>
      <dgm:spPr/>
      <dgm:t>
        <a:bodyPr/>
        <a:lstStyle/>
        <a:p>
          <a:endParaRPr lang="en-US"/>
        </a:p>
      </dgm:t>
    </dgm:pt>
    <dgm:pt modelId="{E5946C5B-DC76-4305-883B-98A613E97366}" type="sibTrans" cxnId="{8A4A859C-956A-4550-8928-D4C091AA4A0C}">
      <dgm:prSet/>
      <dgm:spPr/>
      <dgm:t>
        <a:bodyPr/>
        <a:lstStyle/>
        <a:p>
          <a:endParaRPr lang="en-US"/>
        </a:p>
      </dgm:t>
    </dgm:pt>
    <dgm:pt modelId="{94B81FFA-5AE9-461A-A80D-B29AA1F8871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Marathon, </a:t>
          </a:r>
          <a:r>
            <a:rPr lang="pl-PL" sz="2400" dirty="0"/>
            <a:t>Triathlon &amp; Duathlon Athelete</a:t>
          </a:r>
          <a:endParaRPr lang="en-US" sz="2400" dirty="0"/>
        </a:p>
      </dgm:t>
    </dgm:pt>
    <dgm:pt modelId="{A3434C43-8874-4FA1-A26C-518FF0DC879F}" type="parTrans" cxnId="{BC40CD07-E59B-48A4-96EC-9B6B804C6AC8}">
      <dgm:prSet/>
      <dgm:spPr/>
      <dgm:t>
        <a:bodyPr/>
        <a:lstStyle/>
        <a:p>
          <a:endParaRPr lang="en-US"/>
        </a:p>
      </dgm:t>
    </dgm:pt>
    <dgm:pt modelId="{04938783-CFC0-41D3-A4EE-D1BB0610899C}" type="sibTrans" cxnId="{BC40CD07-E59B-48A4-96EC-9B6B804C6AC8}">
      <dgm:prSet/>
      <dgm:spPr/>
      <dgm:t>
        <a:bodyPr/>
        <a:lstStyle/>
        <a:p>
          <a:endParaRPr lang="en-US"/>
        </a:p>
      </dgm:t>
    </dgm:pt>
    <dgm:pt modelId="{577561D9-464F-4B6D-B54B-7108D9F9B5A0}" type="pres">
      <dgm:prSet presAssocID="{FB2D3730-A91A-43AD-BD6D-A6A283F5BE0C}" presName="root" presStyleCnt="0">
        <dgm:presLayoutVars>
          <dgm:dir/>
          <dgm:resizeHandles val="exact"/>
        </dgm:presLayoutVars>
      </dgm:prSet>
      <dgm:spPr/>
    </dgm:pt>
    <dgm:pt modelId="{1312E771-9B04-476B-AF36-864443CE0C4B}" type="pres">
      <dgm:prSet presAssocID="{811E57EC-C312-4B12-98BB-78D4EE4E675B}" presName="compNode" presStyleCnt="0"/>
      <dgm:spPr/>
    </dgm:pt>
    <dgm:pt modelId="{BE349D3B-7D40-4D5D-8738-153549EE7B76}" type="pres">
      <dgm:prSet presAssocID="{811E57EC-C312-4B12-98BB-78D4EE4E675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7F18C05A-A124-4B57-98D7-236DF50F10F5}" type="pres">
      <dgm:prSet presAssocID="{811E57EC-C312-4B12-98BB-78D4EE4E675B}" presName="spaceRect" presStyleCnt="0"/>
      <dgm:spPr/>
    </dgm:pt>
    <dgm:pt modelId="{764BFA39-0470-4387-A5B7-BDB6E26C74E3}" type="pres">
      <dgm:prSet presAssocID="{811E57EC-C312-4B12-98BB-78D4EE4E675B}" presName="textRect" presStyleLbl="revTx" presStyleIdx="0" presStyleCnt="3">
        <dgm:presLayoutVars>
          <dgm:chMax val="1"/>
          <dgm:chPref val="1"/>
        </dgm:presLayoutVars>
      </dgm:prSet>
      <dgm:spPr/>
    </dgm:pt>
    <dgm:pt modelId="{105AC9D7-1878-4DDA-B6E4-851F7F48279C}" type="pres">
      <dgm:prSet presAssocID="{58D01C26-96BD-4260-B8D3-6D985CD5DBF8}" presName="sibTrans" presStyleCnt="0"/>
      <dgm:spPr/>
    </dgm:pt>
    <dgm:pt modelId="{62E6C0FD-3C94-40C1-91C5-D53F07CB8962}" type="pres">
      <dgm:prSet presAssocID="{FE861F94-FD83-46D7-BA9D-F4C6046FD788}" presName="compNode" presStyleCnt="0"/>
      <dgm:spPr/>
    </dgm:pt>
    <dgm:pt modelId="{E47151BE-3EEF-4F0D-A825-47ACC166FF54}" type="pres">
      <dgm:prSet presAssocID="{FE861F94-FD83-46D7-BA9D-F4C6046FD78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DB976B0-DDE6-4889-89BA-B0E2D7F37E90}" type="pres">
      <dgm:prSet presAssocID="{FE861F94-FD83-46D7-BA9D-F4C6046FD788}" presName="spaceRect" presStyleCnt="0"/>
      <dgm:spPr/>
    </dgm:pt>
    <dgm:pt modelId="{890D304E-1538-494A-B5E1-CA7B212DE7E9}" type="pres">
      <dgm:prSet presAssocID="{FE861F94-FD83-46D7-BA9D-F4C6046FD788}" presName="textRect" presStyleLbl="revTx" presStyleIdx="1" presStyleCnt="3">
        <dgm:presLayoutVars>
          <dgm:chMax val="1"/>
          <dgm:chPref val="1"/>
        </dgm:presLayoutVars>
      </dgm:prSet>
      <dgm:spPr/>
    </dgm:pt>
    <dgm:pt modelId="{3FC2495B-C561-4A22-83BD-232C9845C11A}" type="pres">
      <dgm:prSet presAssocID="{E5946C5B-DC76-4305-883B-98A613E97366}" presName="sibTrans" presStyleCnt="0"/>
      <dgm:spPr/>
    </dgm:pt>
    <dgm:pt modelId="{ED8DE1B3-0CC4-429D-ADF4-DBD45A685598}" type="pres">
      <dgm:prSet presAssocID="{94B81FFA-5AE9-461A-A80D-B29AA1F88714}" presName="compNode" presStyleCnt="0"/>
      <dgm:spPr/>
    </dgm:pt>
    <dgm:pt modelId="{0F45467D-1A14-43EB-A646-6EB86C6D4871}" type="pres">
      <dgm:prSet presAssocID="{94B81FFA-5AE9-461A-A80D-B29AA1F8871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43173AA0-526D-4A7E-80C8-F5313949780D}" type="pres">
      <dgm:prSet presAssocID="{94B81FFA-5AE9-461A-A80D-B29AA1F88714}" presName="spaceRect" presStyleCnt="0"/>
      <dgm:spPr/>
    </dgm:pt>
    <dgm:pt modelId="{DA0C7B62-6CFA-4903-8F73-6BAA8F414322}" type="pres">
      <dgm:prSet presAssocID="{94B81FFA-5AE9-461A-A80D-B29AA1F88714}" presName="textRect" presStyleLbl="revTx" presStyleIdx="2" presStyleCnt="3" custLinFactNeighborX="10262" custLinFactNeighborY="-1644">
        <dgm:presLayoutVars>
          <dgm:chMax val="1"/>
          <dgm:chPref val="1"/>
        </dgm:presLayoutVars>
      </dgm:prSet>
      <dgm:spPr/>
    </dgm:pt>
  </dgm:ptLst>
  <dgm:cxnLst>
    <dgm:cxn modelId="{BC40CD07-E59B-48A4-96EC-9B6B804C6AC8}" srcId="{FB2D3730-A91A-43AD-BD6D-A6A283F5BE0C}" destId="{94B81FFA-5AE9-461A-A80D-B29AA1F88714}" srcOrd="2" destOrd="0" parTransId="{A3434C43-8874-4FA1-A26C-518FF0DC879F}" sibTransId="{04938783-CFC0-41D3-A4EE-D1BB0610899C}"/>
    <dgm:cxn modelId="{33DF102C-BB38-40BE-AD3E-E906863E099F}" srcId="{FB2D3730-A91A-43AD-BD6D-A6A283F5BE0C}" destId="{811E57EC-C312-4B12-98BB-78D4EE4E675B}" srcOrd="0" destOrd="0" parTransId="{FB524C17-B71D-44F5-ABBE-9659CF7745A2}" sibTransId="{58D01C26-96BD-4260-B8D3-6D985CD5DBF8}"/>
    <dgm:cxn modelId="{687D695C-CA53-44E7-BBA2-875753AEE465}" type="presOf" srcId="{FB2D3730-A91A-43AD-BD6D-A6A283F5BE0C}" destId="{577561D9-464F-4B6D-B54B-7108D9F9B5A0}" srcOrd="0" destOrd="0" presId="urn:microsoft.com/office/officeart/2018/2/layout/IconLabelList"/>
    <dgm:cxn modelId="{01D7A859-1E23-4FCC-8CD4-D27A85388FF3}" type="presOf" srcId="{811E57EC-C312-4B12-98BB-78D4EE4E675B}" destId="{764BFA39-0470-4387-A5B7-BDB6E26C74E3}" srcOrd="0" destOrd="0" presId="urn:microsoft.com/office/officeart/2018/2/layout/IconLabelList"/>
    <dgm:cxn modelId="{C3C1F27D-208D-4E16-847F-49F3E2B529EF}" type="presOf" srcId="{FE861F94-FD83-46D7-BA9D-F4C6046FD788}" destId="{890D304E-1538-494A-B5E1-CA7B212DE7E9}" srcOrd="0" destOrd="0" presId="urn:microsoft.com/office/officeart/2018/2/layout/IconLabelList"/>
    <dgm:cxn modelId="{03AAF692-FB5C-4C02-B78A-2FEDF3E64F1F}" type="presOf" srcId="{94B81FFA-5AE9-461A-A80D-B29AA1F88714}" destId="{DA0C7B62-6CFA-4903-8F73-6BAA8F414322}" srcOrd="0" destOrd="0" presId="urn:microsoft.com/office/officeart/2018/2/layout/IconLabelList"/>
    <dgm:cxn modelId="{8A4A859C-956A-4550-8928-D4C091AA4A0C}" srcId="{FB2D3730-A91A-43AD-BD6D-A6A283F5BE0C}" destId="{FE861F94-FD83-46D7-BA9D-F4C6046FD788}" srcOrd="1" destOrd="0" parTransId="{A40E03D6-8775-4DF6-98FB-54B27029F730}" sibTransId="{E5946C5B-DC76-4305-883B-98A613E97366}"/>
    <dgm:cxn modelId="{42A8EDDC-B57D-4164-8D7A-F88516091CF6}" type="presParOf" srcId="{577561D9-464F-4B6D-B54B-7108D9F9B5A0}" destId="{1312E771-9B04-476B-AF36-864443CE0C4B}" srcOrd="0" destOrd="0" presId="urn:microsoft.com/office/officeart/2018/2/layout/IconLabelList"/>
    <dgm:cxn modelId="{07A5AB88-E60F-4A01-8BBE-C4D48BF36FB8}" type="presParOf" srcId="{1312E771-9B04-476B-AF36-864443CE0C4B}" destId="{BE349D3B-7D40-4D5D-8738-153549EE7B76}" srcOrd="0" destOrd="0" presId="urn:microsoft.com/office/officeart/2018/2/layout/IconLabelList"/>
    <dgm:cxn modelId="{ECB87001-B96B-476B-9F4D-693B9C18474B}" type="presParOf" srcId="{1312E771-9B04-476B-AF36-864443CE0C4B}" destId="{7F18C05A-A124-4B57-98D7-236DF50F10F5}" srcOrd="1" destOrd="0" presId="urn:microsoft.com/office/officeart/2018/2/layout/IconLabelList"/>
    <dgm:cxn modelId="{AEA779ED-CB84-45AA-BB82-FED7A3D018C1}" type="presParOf" srcId="{1312E771-9B04-476B-AF36-864443CE0C4B}" destId="{764BFA39-0470-4387-A5B7-BDB6E26C74E3}" srcOrd="2" destOrd="0" presId="urn:microsoft.com/office/officeart/2018/2/layout/IconLabelList"/>
    <dgm:cxn modelId="{E7581DB9-9AD7-412B-A0B2-0E72DED7C15A}" type="presParOf" srcId="{577561D9-464F-4B6D-B54B-7108D9F9B5A0}" destId="{105AC9D7-1878-4DDA-B6E4-851F7F48279C}" srcOrd="1" destOrd="0" presId="urn:microsoft.com/office/officeart/2018/2/layout/IconLabelList"/>
    <dgm:cxn modelId="{C66E3AB3-9D4D-49E3-8D3D-E2A69545906F}" type="presParOf" srcId="{577561D9-464F-4B6D-B54B-7108D9F9B5A0}" destId="{62E6C0FD-3C94-40C1-91C5-D53F07CB8962}" srcOrd="2" destOrd="0" presId="urn:microsoft.com/office/officeart/2018/2/layout/IconLabelList"/>
    <dgm:cxn modelId="{ED045217-CA3B-4148-82C5-BF81BE9D6640}" type="presParOf" srcId="{62E6C0FD-3C94-40C1-91C5-D53F07CB8962}" destId="{E47151BE-3EEF-4F0D-A825-47ACC166FF54}" srcOrd="0" destOrd="0" presId="urn:microsoft.com/office/officeart/2018/2/layout/IconLabelList"/>
    <dgm:cxn modelId="{73DC80B5-2119-45D9-8A74-E7D03BCA94D1}" type="presParOf" srcId="{62E6C0FD-3C94-40C1-91C5-D53F07CB8962}" destId="{6DB976B0-DDE6-4889-89BA-B0E2D7F37E90}" srcOrd="1" destOrd="0" presId="urn:microsoft.com/office/officeart/2018/2/layout/IconLabelList"/>
    <dgm:cxn modelId="{C1E2CC42-54D5-4E0A-9A38-B00625B590A5}" type="presParOf" srcId="{62E6C0FD-3C94-40C1-91C5-D53F07CB8962}" destId="{890D304E-1538-494A-B5E1-CA7B212DE7E9}" srcOrd="2" destOrd="0" presId="urn:microsoft.com/office/officeart/2018/2/layout/IconLabelList"/>
    <dgm:cxn modelId="{036E5589-C4A1-4FAA-BE57-70DCC9C0353B}" type="presParOf" srcId="{577561D9-464F-4B6D-B54B-7108D9F9B5A0}" destId="{3FC2495B-C561-4A22-83BD-232C9845C11A}" srcOrd="3" destOrd="0" presId="urn:microsoft.com/office/officeart/2018/2/layout/IconLabelList"/>
    <dgm:cxn modelId="{6E02A94E-047C-4B77-8B79-A65F55AD6495}" type="presParOf" srcId="{577561D9-464F-4B6D-B54B-7108D9F9B5A0}" destId="{ED8DE1B3-0CC4-429D-ADF4-DBD45A685598}" srcOrd="4" destOrd="0" presId="urn:microsoft.com/office/officeart/2018/2/layout/IconLabelList"/>
    <dgm:cxn modelId="{C97C3CC9-D123-4E72-8BEB-33ACFA3BCCD5}" type="presParOf" srcId="{ED8DE1B3-0CC4-429D-ADF4-DBD45A685598}" destId="{0F45467D-1A14-43EB-A646-6EB86C6D4871}" srcOrd="0" destOrd="0" presId="urn:microsoft.com/office/officeart/2018/2/layout/IconLabelList"/>
    <dgm:cxn modelId="{4D482C04-75C0-42C7-9EC2-A83CAB827F93}" type="presParOf" srcId="{ED8DE1B3-0CC4-429D-ADF4-DBD45A685598}" destId="{43173AA0-526D-4A7E-80C8-F5313949780D}" srcOrd="1" destOrd="0" presId="urn:microsoft.com/office/officeart/2018/2/layout/IconLabelList"/>
    <dgm:cxn modelId="{9027293F-0EFA-4D15-8D9B-A597BFD9E2EE}" type="presParOf" srcId="{ED8DE1B3-0CC4-429D-ADF4-DBD45A685598}" destId="{DA0C7B62-6CFA-4903-8F73-6BAA8F4143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49D3B-7D40-4D5D-8738-153549EE7B76}">
      <dsp:nvSpPr>
        <dsp:cNvPr id="0" name=""/>
        <dsp:cNvSpPr/>
      </dsp:nvSpPr>
      <dsp:spPr>
        <a:xfrm>
          <a:off x="1714572" y="24407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4BFA39-0470-4387-A5B7-BDB6E26C74E3}">
      <dsp:nvSpPr>
        <dsp:cNvPr id="0" name=""/>
        <dsp:cNvSpPr/>
      </dsp:nvSpPr>
      <dsp:spPr>
        <a:xfrm>
          <a:off x="1219571" y="1447388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/>
            <a:t>IT Professional</a:t>
          </a:r>
          <a:endParaRPr lang="en-US" sz="2400" kern="1200" dirty="0"/>
        </a:p>
      </dsp:txBody>
      <dsp:txXfrm>
        <a:off x="1219571" y="1447388"/>
        <a:ext cx="1800000" cy="1417500"/>
      </dsp:txXfrm>
    </dsp:sp>
    <dsp:sp modelId="{E47151BE-3EEF-4F0D-A825-47ACC166FF54}">
      <dsp:nvSpPr>
        <dsp:cNvPr id="0" name=""/>
        <dsp:cNvSpPr/>
      </dsp:nvSpPr>
      <dsp:spPr>
        <a:xfrm>
          <a:off x="3829572" y="24407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90D304E-1538-494A-B5E1-CA7B212DE7E9}">
      <dsp:nvSpPr>
        <dsp:cNvPr id="0" name=""/>
        <dsp:cNvSpPr/>
      </dsp:nvSpPr>
      <dsp:spPr>
        <a:xfrm>
          <a:off x="3334572" y="1447388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AI, Data Analytics,  &amp; Blockchain </a:t>
          </a:r>
          <a:r>
            <a:rPr lang="pl-PL" sz="2400" kern="1200" dirty="0"/>
            <a:t>Trainer</a:t>
          </a:r>
          <a:endParaRPr lang="en-US" sz="2400" kern="1200" dirty="0"/>
        </a:p>
      </dsp:txBody>
      <dsp:txXfrm>
        <a:off x="3334572" y="1447388"/>
        <a:ext cx="1800000" cy="1417500"/>
      </dsp:txXfrm>
    </dsp:sp>
    <dsp:sp modelId="{0F45467D-1A14-43EB-A646-6EB86C6D4871}">
      <dsp:nvSpPr>
        <dsp:cNvPr id="0" name=""/>
        <dsp:cNvSpPr/>
      </dsp:nvSpPr>
      <dsp:spPr>
        <a:xfrm>
          <a:off x="5944572" y="24407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0C7B62-6CFA-4903-8F73-6BAA8F414322}">
      <dsp:nvSpPr>
        <dsp:cNvPr id="0" name=""/>
        <dsp:cNvSpPr/>
      </dsp:nvSpPr>
      <dsp:spPr>
        <a:xfrm>
          <a:off x="5634288" y="1424084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Marathon, </a:t>
          </a:r>
          <a:r>
            <a:rPr lang="pl-PL" sz="2400" kern="1200" dirty="0"/>
            <a:t>Triathlon &amp; Duathlon Athelete</a:t>
          </a:r>
          <a:endParaRPr lang="en-US" sz="2400" kern="1200" dirty="0"/>
        </a:p>
      </dsp:txBody>
      <dsp:txXfrm>
        <a:off x="5634288" y="1424084"/>
        <a:ext cx="1800000" cy="141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B9779-01B0-4182-AFC5-17142344A81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B0B86-870F-4570-A578-5D01796EE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84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B0B86-870F-4570-A578-5D01796EEC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22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B0B86-870F-4570-A578-5D01796EEC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50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5C5B2-2C87-7A81-C9F5-8EA1B691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EDF1E-8FD2-52DA-266E-C61575480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73487-8195-F272-7FCB-4CFA30E42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C668E-A861-DCB4-8E21-1AAFB3052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B0B86-870F-4570-A578-5D01796EEC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42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2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4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7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5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9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75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76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9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714BD-764B-3055-D237-B4FD1775C7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  <p:extLst>
      <p:ext uri="{BB962C8B-B14F-4D97-AF65-F5344CB8AC3E}">
        <p14:creationId xmlns:p14="http://schemas.microsoft.com/office/powerpoint/2010/main" val="92548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0.jpeg"/><Relationship Id="rId5" Type="http://schemas.openxmlformats.org/officeDocument/2006/relationships/diagramLayout" Target="../diagrams/layout1.xml"/><Relationship Id="rId10" Type="http://schemas.openxmlformats.org/officeDocument/2006/relationships/image" Target="../media/image9.png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akras and their Symbols: Meanings, Benefits &amp; Life Balance">
            <a:extLst>
              <a:ext uri="{FF2B5EF4-FFF2-40B4-BE49-F238E27FC236}">
                <a16:creationId xmlns:a16="http://schemas.microsoft.com/office/drawing/2014/main" id="{8046A668-FA99-42D9-7C24-1BDFD8075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75" r="3" b="1464"/>
          <a:stretch>
            <a:fillRect/>
          </a:stretch>
        </p:blipFill>
        <p:spPr>
          <a:xfrm>
            <a:off x="6296347" y="668925"/>
            <a:ext cx="5449120" cy="343595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7120" y="4319752"/>
            <a:ext cx="10947620" cy="11559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spc="-1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For ALL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BC3AC53-A113-2A97-6DC6-6B9EFD99E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646783"/>
            <a:ext cx="4902543" cy="34580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D76A-AA16-66A4-04A9-49464A64C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AF31ECA-270D-70C1-7745-5E28C3D6C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22" y="4280522"/>
            <a:ext cx="2963538" cy="19159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A2688F-84CC-7E02-14BD-50E1DB49B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264" y="4275179"/>
            <a:ext cx="2855730" cy="1921326"/>
          </a:xfrm>
          <a:prstGeom prst="rect">
            <a:avLst/>
          </a:prstGeom>
        </p:spPr>
      </p:pic>
      <p:graphicFrame>
        <p:nvGraphicFramePr>
          <p:cNvPr id="33" name="TextBox 5">
            <a:extLst>
              <a:ext uri="{FF2B5EF4-FFF2-40B4-BE49-F238E27FC236}">
                <a16:creationId xmlns:a16="http://schemas.microsoft.com/office/drawing/2014/main" id="{C8DD3FB1-F8C1-23BE-464B-6162106058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9974235"/>
              </p:ext>
            </p:extLst>
          </p:nvPr>
        </p:nvGraphicFramePr>
        <p:xfrm>
          <a:off x="-1005971" y="866362"/>
          <a:ext cx="8469144" cy="3108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C425B76-07D3-3AA9-1725-A7A1269DC1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9182" y="4263542"/>
            <a:ext cx="2983252" cy="1917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D008CC-39A9-1BCF-B90F-855F652204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5134" y="4309018"/>
            <a:ext cx="1700107" cy="1827019"/>
          </a:xfrm>
          <a:prstGeom prst="rect">
            <a:avLst/>
          </a:prstGeom>
        </p:spPr>
      </p:pic>
      <p:pic>
        <p:nvPicPr>
          <p:cNvPr id="7" name="Picture 6" descr="SIMACES Learning LLP (@siilc_simaceslearning) · Pune">
            <a:extLst>
              <a:ext uri="{FF2B5EF4-FFF2-40B4-BE49-F238E27FC236}">
                <a16:creationId xmlns:a16="http://schemas.microsoft.com/office/drawing/2014/main" id="{58121360-A9FF-DA4D-4CE8-1DD57C0419B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3519" b="35613"/>
          <a:stretch>
            <a:fillRect/>
          </a:stretch>
        </p:blipFill>
        <p:spPr>
          <a:xfrm>
            <a:off x="7447566" y="729657"/>
            <a:ext cx="4257675" cy="1740024"/>
          </a:xfrm>
          <a:prstGeom prst="rect">
            <a:avLst/>
          </a:prstGeom>
        </p:spPr>
      </p:pic>
      <p:pic>
        <p:nvPicPr>
          <p:cNvPr id="8" name="Picture 7" descr="Best Management Colleges in Pune | MBA, PGDM, MCA">
            <a:extLst>
              <a:ext uri="{FF2B5EF4-FFF2-40B4-BE49-F238E27FC236}">
                <a16:creationId xmlns:a16="http://schemas.microsoft.com/office/drawing/2014/main" id="{3A405052-9663-6D25-4B34-01C48BA480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63173" y="2696168"/>
            <a:ext cx="1435270" cy="1292048"/>
          </a:xfrm>
          <a:prstGeom prst="rect">
            <a:avLst/>
          </a:prstGeom>
        </p:spPr>
      </p:pic>
      <p:pic>
        <p:nvPicPr>
          <p:cNvPr id="9" name="Picture 8" descr="NILAYA - NIBE The International Business College - Admission 2026, Fees,  Courses, Placement, Ranking">
            <a:extLst>
              <a:ext uri="{FF2B5EF4-FFF2-40B4-BE49-F238E27FC236}">
                <a16:creationId xmlns:a16="http://schemas.microsoft.com/office/drawing/2014/main" id="{DA864934-9C28-9BE6-4B8B-BD54D674E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2243" y="2845768"/>
            <a:ext cx="2617512" cy="99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98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2774-BBE5-B74A-D324-C4E17595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eather App Icon Png">
            <a:extLst>
              <a:ext uri="{FF2B5EF4-FFF2-40B4-BE49-F238E27FC236}">
                <a16:creationId xmlns:a16="http://schemas.microsoft.com/office/drawing/2014/main" id="{EF859677-716C-0DA1-2575-666D8F12D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98" y="3874094"/>
            <a:ext cx="2371992" cy="2371992"/>
          </a:xfrm>
          <a:prstGeom prst="rect">
            <a:avLst/>
          </a:prstGeom>
        </p:spPr>
      </p:pic>
      <p:pic>
        <p:nvPicPr>
          <p:cNvPr id="10" name="Picture 9" descr="New Google Maps Icon Logo PNG Vector (EPS) Free Download">
            <a:extLst>
              <a:ext uri="{FF2B5EF4-FFF2-40B4-BE49-F238E27FC236}">
                <a16:creationId xmlns:a16="http://schemas.microsoft.com/office/drawing/2014/main" id="{5D453D4C-A889-50A3-C18D-57359E95B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91" y="688644"/>
            <a:ext cx="2889885" cy="2889885"/>
          </a:xfrm>
          <a:prstGeom prst="rect">
            <a:avLst/>
          </a:prstGeom>
        </p:spPr>
      </p:pic>
      <p:pic>
        <p:nvPicPr>
          <p:cNvPr id="11" name="Picture 10" descr="Decoding India's OTT Streaming Industry 2025, OTT Case Study">
            <a:extLst>
              <a:ext uri="{FF2B5EF4-FFF2-40B4-BE49-F238E27FC236}">
                <a16:creationId xmlns:a16="http://schemas.microsoft.com/office/drawing/2014/main" id="{85EA4082-E4E5-84C3-714F-EB4D5FF33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853" y="964928"/>
            <a:ext cx="4610792" cy="2590826"/>
          </a:xfrm>
          <a:prstGeom prst="rect">
            <a:avLst/>
          </a:prstGeom>
        </p:spPr>
      </p:pic>
      <p:pic>
        <p:nvPicPr>
          <p:cNvPr id="2" name="Picture 1" descr="Speech to Text Online - Automatic Speech Recognition">
            <a:extLst>
              <a:ext uri="{FF2B5EF4-FFF2-40B4-BE49-F238E27FC236}">
                <a16:creationId xmlns:a16="http://schemas.microsoft.com/office/drawing/2014/main" id="{40542203-1A7B-F681-6233-0986EA09F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346" y="3734874"/>
            <a:ext cx="4295807" cy="2437367"/>
          </a:xfrm>
          <a:prstGeom prst="rect">
            <a:avLst/>
          </a:prstGeom>
        </p:spPr>
      </p:pic>
      <p:pic>
        <p:nvPicPr>
          <p:cNvPr id="4" name="Picture 3" descr="Freetoedit Redessociales Youtube Facebook Instagram - Logo Media Sosial  Png, Transparent Png , Transparent Png Image - PNGitem">
            <a:extLst>
              <a:ext uri="{FF2B5EF4-FFF2-40B4-BE49-F238E27FC236}">
                <a16:creationId xmlns:a16="http://schemas.microsoft.com/office/drawing/2014/main" id="{D68B68C0-CC7F-016F-2127-67F26562C9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69" r="15476"/>
          <a:stretch>
            <a:fillRect/>
          </a:stretch>
        </p:blipFill>
        <p:spPr>
          <a:xfrm>
            <a:off x="8824399" y="964928"/>
            <a:ext cx="2503503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5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FD9FED-64ED-AF2A-DD80-D0A522AE7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94" y="737809"/>
            <a:ext cx="10885012" cy="579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9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85913-0EDB-AC5B-96FD-3702B76B8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7C175FF-7605-5774-525E-27471144248F}"/>
              </a:ext>
            </a:extLst>
          </p:cNvPr>
          <p:cNvSpPr txBox="1"/>
          <p:nvPr/>
        </p:nvSpPr>
        <p:spPr>
          <a:xfrm>
            <a:off x="3033944" y="3250992"/>
            <a:ext cx="6103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B60033-0B3D-9F05-C61C-E83045A3B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57" y="808321"/>
            <a:ext cx="8569172" cy="571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1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2E42E5-9A7D-55BC-4690-D6438E2AE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4" y="850996"/>
            <a:ext cx="10594911" cy="545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1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C961A-0EE7-2926-0D19-382FC0DD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B1D3B0-1E2E-48E2-ACCC-EE147A9A0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B8B191-5BC6-486A-8E6E-13B1C9EEE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E3DE27-4115-4B5D-A9DB-3C7CDC82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5196B7-638B-4DC2-897C-9F49E9D46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262CFB0-CBAC-4B42-B115-C04986CD0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C35990-E81C-43AE-B207-1CAD6CFC8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CA2D46-61FA-ABCC-24E6-4AC6E695CCB2}"/>
              </a:ext>
            </a:extLst>
          </p:cNvPr>
          <p:cNvSpPr txBox="1"/>
          <p:nvPr/>
        </p:nvSpPr>
        <p:spPr>
          <a:xfrm>
            <a:off x="581191" y="4610099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20" name="Picture 19" descr="Demo - Free computer icons">
            <a:extLst>
              <a:ext uri="{FF2B5EF4-FFF2-40B4-BE49-F238E27FC236}">
                <a16:creationId xmlns:a16="http://schemas.microsoft.com/office/drawing/2014/main" id="{36B0E6E3-3FB9-16D9-6164-031476D7E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83" y="723899"/>
            <a:ext cx="3566161" cy="35661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E996FB-DA2E-CD4E-59FE-ADF44779D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982" y="720343"/>
            <a:ext cx="4902543" cy="34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5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CEFE9-9B88-A2D2-A6B5-42A97837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BB1D3B0-1E2E-48E2-ACCC-EE147A9A0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B8B191-5BC6-486A-8E6E-13B1C9EEE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E3DE27-4115-4B5D-A9DB-3C7CDC82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5196B7-638B-4DC2-897C-9F49E9D46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35B1D1-9574-5523-4A38-220D4BC5103B}"/>
              </a:ext>
            </a:extLst>
          </p:cNvPr>
          <p:cNvSpPr txBox="1"/>
          <p:nvPr/>
        </p:nvSpPr>
        <p:spPr>
          <a:xfrm>
            <a:off x="581191" y="4610099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Ethics</a:t>
            </a: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262CFB0-CBAC-4B42-B115-C04986CD0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C35990-E81C-43AE-B207-1CAD6CFC8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BCDBE-9525-653C-EE7D-87A88112B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218" y="727457"/>
            <a:ext cx="4902543" cy="34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20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137" y="863556"/>
            <a:ext cx="25250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2800" b="1" dirty="0"/>
              <a:t>Hallucination </a:t>
            </a:r>
            <a:endParaRPr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A62A78-BFFA-C2AD-DC37-30A577F10CD3}"/>
              </a:ext>
            </a:extLst>
          </p:cNvPr>
          <p:cNvSpPr txBox="1"/>
          <p:nvPr/>
        </p:nvSpPr>
        <p:spPr>
          <a:xfrm>
            <a:off x="418137" y="3321492"/>
            <a:ext cx="15135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2800" b="1" dirty="0"/>
              <a:t>Privacy </a:t>
            </a:r>
            <a:endParaRPr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877BA-345E-4C6D-677D-996869F00282}"/>
              </a:ext>
            </a:extLst>
          </p:cNvPr>
          <p:cNvSpPr txBox="1"/>
          <p:nvPr/>
        </p:nvSpPr>
        <p:spPr>
          <a:xfrm>
            <a:off x="787892" y="1635046"/>
            <a:ext cx="107175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a typeface="Times New Roman" panose="02020603050405020304" pitchFamily="18" charset="0"/>
              </a:rPr>
              <a:t>V</a:t>
            </a:r>
            <a:r>
              <a:rPr lang="en-US" sz="32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erify anything with real-world consequences — money, health, legal, exam dates — with a human or an official source.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F15DC4-1B34-ABC5-DF68-ED4139A838DE}"/>
              </a:ext>
            </a:extLst>
          </p:cNvPr>
          <p:cNvSpPr txBox="1"/>
          <p:nvPr/>
        </p:nvSpPr>
        <p:spPr>
          <a:xfrm>
            <a:off x="737216" y="3910401"/>
            <a:ext cx="107175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/>
              <a:t>Never paste Aadhaar numbers, bank details, patient records, or sensitive information into any AI tool.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Assume anything typed into a free tool may be used to improve the product — treat it like a public notice board, not a locked diary.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BA68C-DB75-D748-52DF-7F8772586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82631-D0F5-29AA-F475-B7420AEB1317}"/>
              </a:ext>
            </a:extLst>
          </p:cNvPr>
          <p:cNvSpPr txBox="1"/>
          <p:nvPr/>
        </p:nvSpPr>
        <p:spPr>
          <a:xfrm>
            <a:off x="418137" y="863556"/>
            <a:ext cx="9765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2800" b="1" dirty="0"/>
              <a:t>Bias </a:t>
            </a:r>
            <a:endParaRPr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22522A-9695-4D87-3ECC-83B8D996C757}"/>
              </a:ext>
            </a:extLst>
          </p:cNvPr>
          <p:cNvSpPr txBox="1"/>
          <p:nvPr/>
        </p:nvSpPr>
        <p:spPr>
          <a:xfrm>
            <a:off x="418137" y="3927356"/>
            <a:ext cx="39379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2800" b="1" dirty="0"/>
              <a:t>When to never use AI </a:t>
            </a:r>
            <a:endParaRPr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4FEA2-5A4B-76AE-1576-F16AE8AE4248}"/>
              </a:ext>
            </a:extLst>
          </p:cNvPr>
          <p:cNvSpPr txBox="1"/>
          <p:nvPr/>
        </p:nvSpPr>
        <p:spPr>
          <a:xfrm>
            <a:off x="787892" y="1635046"/>
            <a:ext cx="1071756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a typeface="Times New Roman" panose="02020603050405020304" pitchFamily="18" charset="0"/>
              </a:rPr>
              <a:t>AI learns from existing text and images, which carry existing human biases — so it can reflect stereotypes about gender, caste, or region</a:t>
            </a:r>
            <a:r>
              <a:rPr lang="en-US" sz="3200">
                <a:ea typeface="Times New Roman" panose="02020603050405020304" pitchFamily="18" charset="0"/>
              </a:rPr>
              <a:t>. </a:t>
            </a:r>
          </a:p>
          <a:p>
            <a:r>
              <a:rPr lang="en-US" sz="3200">
                <a:ea typeface="Times New Roman" panose="02020603050405020304" pitchFamily="18" charset="0"/>
              </a:rPr>
              <a:t>Treat </a:t>
            </a:r>
            <a:r>
              <a:rPr lang="en-US" sz="3200" dirty="0">
                <a:ea typeface="Times New Roman" panose="02020603050405020304" pitchFamily="18" charset="0"/>
              </a:rPr>
              <a:t>its output as a draft to review, not a verdict.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37CA6-57DB-876B-9557-142933A59E2D}"/>
              </a:ext>
            </a:extLst>
          </p:cNvPr>
          <p:cNvSpPr txBox="1"/>
          <p:nvPr/>
        </p:nvSpPr>
        <p:spPr>
          <a:xfrm>
            <a:off x="787892" y="4638225"/>
            <a:ext cx="107175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Legal decisions — consult a lawyer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Medical diagnosis — consult a doctor; use AI only to prepare questions for that doctor.</a:t>
            </a:r>
          </a:p>
        </p:txBody>
      </p:sp>
    </p:spTree>
    <p:extLst>
      <p:ext uri="{BB962C8B-B14F-4D97-AF65-F5344CB8AC3E}">
        <p14:creationId xmlns:p14="http://schemas.microsoft.com/office/powerpoint/2010/main" val="31321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18356-FA46-7F6A-7A5B-DACDF8DC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BB1D3B0-1E2E-48E2-ACCC-EE147A9A0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B8B191-5BC6-486A-8E6E-13B1C9EEE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E3DE27-4115-4B5D-A9DB-3C7CDC82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5196B7-638B-4DC2-897C-9F49E9D46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179847-573D-97CA-7091-46BE27EC7B74}"/>
              </a:ext>
            </a:extLst>
          </p:cNvPr>
          <p:cNvSpPr txBox="1"/>
          <p:nvPr/>
        </p:nvSpPr>
        <p:spPr>
          <a:xfrm>
            <a:off x="581191" y="4610099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262CFB0-CBAC-4B42-B115-C04986CD0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C35990-E81C-43AE-B207-1CAD6CFC8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akras and their Symbols: Meanings, Benefits &amp; Life Balance">
            <a:extLst>
              <a:ext uri="{FF2B5EF4-FFF2-40B4-BE49-F238E27FC236}">
                <a16:creationId xmlns:a16="http://schemas.microsoft.com/office/drawing/2014/main" id="{0DFB00E8-1DB0-8F39-066C-65D0F051F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75" r="3" b="1464"/>
          <a:stretch>
            <a:fillRect/>
          </a:stretch>
        </p:blipFill>
        <p:spPr>
          <a:xfrm>
            <a:off x="6296347" y="668925"/>
            <a:ext cx="5449120" cy="3435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B31B82-9F08-E2BA-AEC1-E98669C0E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46783"/>
            <a:ext cx="4902543" cy="34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6876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3664</TotalTime>
  <Words>168</Words>
  <Application>Microsoft Office PowerPoint</Application>
  <PresentationFormat>Widescreen</PresentationFormat>
  <Paragraphs>21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Gill Sans MT</vt:lpstr>
      <vt:lpstr>Times New Roman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Dhaval Gandhi</cp:lastModifiedBy>
  <cp:revision>29</cp:revision>
  <dcterms:created xsi:type="dcterms:W3CDTF">2013-01-27T09:14:16Z</dcterms:created>
  <dcterms:modified xsi:type="dcterms:W3CDTF">2026-09-30T07:00:20Z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2026-08-18T12:33:39Z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05e04c34-e1a1-40b7-9374-e1b2c5dcf2f6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- General Use</vt:lpwstr>
  </property>
</Properties>
</file>