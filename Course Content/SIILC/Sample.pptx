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2E0ADE-777C-4E8B-93DB-EB4F26F524B5}" v="106" dt="2026-09-15T10:46:53.5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3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val Gandhi" userId="3108f329-0ef6-4aa9-9cd8-c73491b3ee16" providerId="ADAL" clId="{09EBAA43-0CC9-4727-9E55-248C73EC15F5}"/>
    <pc:docChg chg="undo custSel mod addSld modSld modMainMaster">
      <pc:chgData name="Dhaval Gandhi" userId="3108f329-0ef6-4aa9-9cd8-c73491b3ee16" providerId="ADAL" clId="{09EBAA43-0CC9-4727-9E55-248C73EC15F5}" dt="2026-09-15T10:46:53.535" v="411" actId="27918"/>
      <pc:docMkLst>
        <pc:docMk/>
      </pc:docMkLst>
      <pc:sldChg chg="addSp delSp modSp new mod">
        <pc:chgData name="Dhaval Gandhi" userId="3108f329-0ef6-4aa9-9cd8-c73491b3ee16" providerId="ADAL" clId="{09EBAA43-0CC9-4727-9E55-248C73EC15F5}" dt="2026-09-15T09:48:40.099" v="393" actId="123"/>
        <pc:sldMkLst>
          <pc:docMk/>
          <pc:sldMk cId="2653745306" sldId="256"/>
        </pc:sldMkLst>
        <pc:spChg chg="del">
          <ac:chgData name="Dhaval Gandhi" userId="3108f329-0ef6-4aa9-9cd8-c73491b3ee16" providerId="ADAL" clId="{09EBAA43-0CC9-4727-9E55-248C73EC15F5}" dt="2026-09-14T09:14:50.629" v="3" actId="478"/>
          <ac:spMkLst>
            <pc:docMk/>
            <pc:sldMk cId="2653745306" sldId="256"/>
            <ac:spMk id="2" creationId="{B2563CF4-FCCA-794C-C112-E506B64DCB1F}"/>
          </ac:spMkLst>
        </pc:spChg>
        <pc:spChg chg="add del">
          <ac:chgData name="Dhaval Gandhi" userId="3108f329-0ef6-4aa9-9cd8-c73491b3ee16" providerId="ADAL" clId="{09EBAA43-0CC9-4727-9E55-248C73EC15F5}" dt="2026-09-15T05:34:40.122" v="225" actId="21"/>
          <ac:spMkLst>
            <pc:docMk/>
            <pc:sldMk cId="2653745306" sldId="256"/>
            <ac:spMk id="3" creationId="{536BCA9D-D2A6-D913-020F-829638E631DB}"/>
          </ac:spMkLst>
        </pc:spChg>
        <pc:spChg chg="del">
          <ac:chgData name="Dhaval Gandhi" userId="3108f329-0ef6-4aa9-9cd8-c73491b3ee16" providerId="ADAL" clId="{09EBAA43-0CC9-4727-9E55-248C73EC15F5}" dt="2026-09-14T09:14:55.354" v="4" actId="478"/>
          <ac:spMkLst>
            <pc:docMk/>
            <pc:sldMk cId="2653745306" sldId="256"/>
            <ac:spMk id="3" creationId="{B864D437-F90F-C20D-B281-FEB9F4822BE5}"/>
          </ac:spMkLst>
        </pc:spChg>
        <pc:spChg chg="add mod">
          <ac:chgData name="Dhaval Gandhi" userId="3108f329-0ef6-4aa9-9cd8-c73491b3ee16" providerId="ADAL" clId="{09EBAA43-0CC9-4727-9E55-248C73EC15F5}" dt="2026-09-15T05:45:38.706" v="378" actId="20577"/>
          <ac:spMkLst>
            <pc:docMk/>
            <pc:sldMk cId="2653745306" sldId="256"/>
            <ac:spMk id="5" creationId="{E2A96D52-971E-358F-4266-1A95E299ED0D}"/>
          </ac:spMkLst>
        </pc:spChg>
        <pc:spChg chg="add mod">
          <ac:chgData name="Dhaval Gandhi" userId="3108f329-0ef6-4aa9-9cd8-c73491b3ee16" providerId="ADAL" clId="{09EBAA43-0CC9-4727-9E55-248C73EC15F5}" dt="2026-09-15T09:48:40.099" v="393" actId="123"/>
          <ac:spMkLst>
            <pc:docMk/>
            <pc:sldMk cId="2653745306" sldId="256"/>
            <ac:spMk id="6" creationId="{E93275D6-E8A1-114B-745B-DAE8706618EF}"/>
          </ac:spMkLst>
        </pc:spChg>
        <pc:spChg chg="add mod">
          <ac:chgData name="Dhaval Gandhi" userId="3108f329-0ef6-4aa9-9cd8-c73491b3ee16" providerId="ADAL" clId="{09EBAA43-0CC9-4727-9E55-248C73EC15F5}" dt="2026-09-15T05:34:23.165" v="221" actId="1035"/>
          <ac:spMkLst>
            <pc:docMk/>
            <pc:sldMk cId="2653745306" sldId="256"/>
            <ac:spMk id="8" creationId="{4C11C6E6-D5DD-D6B7-BFBC-431B8ABDE70E}"/>
          </ac:spMkLst>
        </pc:spChg>
        <pc:spChg chg="add mod">
          <ac:chgData name="Dhaval Gandhi" userId="3108f329-0ef6-4aa9-9cd8-c73491b3ee16" providerId="ADAL" clId="{09EBAA43-0CC9-4727-9E55-248C73EC15F5}" dt="2026-09-15T05:34:51.861" v="227" actId="1076"/>
          <ac:spMkLst>
            <pc:docMk/>
            <pc:sldMk cId="2653745306" sldId="256"/>
            <ac:spMk id="10" creationId="{142E693C-F635-D62D-6B95-9B1EBC147696}"/>
          </ac:spMkLst>
        </pc:spChg>
        <pc:spChg chg="add del mod">
          <ac:chgData name="Dhaval Gandhi" userId="3108f329-0ef6-4aa9-9cd8-c73491b3ee16" providerId="ADAL" clId="{09EBAA43-0CC9-4727-9E55-248C73EC15F5}" dt="2026-09-15T05:34:34.029" v="223" actId="21"/>
          <ac:spMkLst>
            <pc:docMk/>
            <pc:sldMk cId="2653745306" sldId="256"/>
            <ac:spMk id="12" creationId="{DFD0050E-A866-13E2-7D91-2C8ED4BBD9C6}"/>
          </ac:spMkLst>
        </pc:spChg>
        <pc:graphicFrameChg chg="add del mod">
          <ac:chgData name="Dhaval Gandhi" userId="3108f329-0ef6-4aa9-9cd8-c73491b3ee16" providerId="ADAL" clId="{09EBAA43-0CC9-4727-9E55-248C73EC15F5}" dt="2026-09-14T10:00:23.545" v="9" actId="478"/>
          <ac:graphicFrameMkLst>
            <pc:docMk/>
            <pc:sldMk cId="2653745306" sldId="256"/>
            <ac:graphicFrameMk id="4" creationId="{6354B1B6-E9D0-9DCD-153A-64F99C3DFE17}"/>
          </ac:graphicFrameMkLst>
        </pc:graphicFrameChg>
        <pc:graphicFrameChg chg="add del mod">
          <ac:chgData name="Dhaval Gandhi" userId="3108f329-0ef6-4aa9-9cd8-c73491b3ee16" providerId="ADAL" clId="{09EBAA43-0CC9-4727-9E55-248C73EC15F5}" dt="2026-09-14T10:02:39.576" v="31" actId="478"/>
          <ac:graphicFrameMkLst>
            <pc:docMk/>
            <pc:sldMk cId="2653745306" sldId="256"/>
            <ac:graphicFrameMk id="5" creationId="{6354B1B6-E9D0-9DCD-153A-64F99C3DFE17}"/>
          </ac:graphicFrameMkLst>
        </pc:graphicFrameChg>
      </pc:sldChg>
      <pc:sldChg chg="addSp delSp modSp add mod">
        <pc:chgData name="Dhaval Gandhi" userId="3108f329-0ef6-4aa9-9cd8-c73491b3ee16" providerId="ADAL" clId="{09EBAA43-0CC9-4727-9E55-248C73EC15F5}" dt="2026-09-15T10:46:53.535" v="411" actId="27918"/>
        <pc:sldMkLst>
          <pc:docMk/>
          <pc:sldMk cId="177327691" sldId="257"/>
        </pc:sldMkLst>
        <pc:graphicFrameChg chg="add mod">
          <ac:chgData name="Dhaval Gandhi" userId="3108f329-0ef6-4aa9-9cd8-c73491b3ee16" providerId="ADAL" clId="{09EBAA43-0CC9-4727-9E55-248C73EC15F5}" dt="2026-09-15T10:41:24.267" v="402" actId="1037"/>
          <ac:graphicFrameMkLst>
            <pc:docMk/>
            <pc:sldMk cId="177327691" sldId="257"/>
            <ac:graphicFrameMk id="2" creationId="{6354B1B6-E9D0-9DCD-153A-64F99C3DFE17}"/>
          </ac:graphicFrameMkLst>
        </pc:graphicFrameChg>
        <pc:graphicFrameChg chg="del">
          <ac:chgData name="Dhaval Gandhi" userId="3108f329-0ef6-4aa9-9cd8-c73491b3ee16" providerId="ADAL" clId="{09EBAA43-0CC9-4727-9E55-248C73EC15F5}" dt="2026-09-14T10:06:18.616" v="50" actId="478"/>
          <ac:graphicFrameMkLst>
            <pc:docMk/>
            <pc:sldMk cId="177327691" sldId="257"/>
            <ac:graphicFrameMk id="5" creationId="{F924F419-C719-508E-8404-81A1AD346669}"/>
          </ac:graphicFrameMkLst>
        </pc:graphicFrameChg>
      </pc:sldChg>
      <pc:sldMasterChg chg="addSp mod">
        <pc:chgData name="Dhaval Gandhi" userId="3108f329-0ef6-4aa9-9cd8-c73491b3ee16" providerId="ADAL" clId="{09EBAA43-0CC9-4727-9E55-248C73EC15F5}" dt="2026-09-14T09:12:08.231" v="0" actId="33475"/>
        <pc:sldMasterMkLst>
          <pc:docMk/>
          <pc:sldMasterMk cId="3008287314" sldId="2147483648"/>
        </pc:sldMasterMkLst>
        <pc:spChg chg="add">
          <ac:chgData name="Dhaval Gandhi" userId="3108f329-0ef6-4aa9-9cd8-c73491b3ee16" providerId="ADAL" clId="{09EBAA43-0CC9-4727-9E55-248C73EC15F5}" dt="2026-09-14T09:12:08.231" v="0" actId="33475"/>
          <ac:spMkLst>
            <pc:docMk/>
            <pc:sldMasterMk cId="3008287314" sldId="2147483648"/>
            <ac:spMk id="8" creationId="{4D942F85-D3A5-A340-A011-89856078ACA0}"/>
          </ac:spMkLst>
        </pc:spChg>
      </pc:sldMasterChg>
      <pc:sldMasterChg chg="addSp">
        <pc:chgData name="Dhaval Gandhi" userId="3108f329-0ef6-4aa9-9cd8-c73491b3ee16" providerId="ADAL" clId="{09EBAA43-0CC9-4727-9E55-248C73EC15F5}" dt="2026-09-15T07:02:14.512" v="379"/>
        <pc:sldMasterMkLst>
          <pc:docMk/>
          <pc:sldMasterMk cId="1290062441" sldId="2147483660"/>
        </pc:sldMasterMkLst>
        <pc:spChg chg="add">
          <ac:chgData name="Dhaval Gandhi" userId="3108f329-0ef6-4aa9-9cd8-c73491b3ee16" providerId="ADAL" clId="{09EBAA43-0CC9-4727-9E55-248C73EC15F5}" dt="2026-09-15T07:02:14.512" v="379"/>
          <ac:spMkLst>
            <pc:docMk/>
            <pc:sldMasterMk cId="1290062441" sldId="2147483660"/>
            <ac:spMk id="7" creationId="{A03B111C-A460-5C50-60A5-3E6B244E8070}"/>
          </ac:spMkLst>
        </pc:spChg>
      </pc:sldMasterChg>
      <pc:sldMasterChg chg="addSp">
        <pc:chgData name="Dhaval Gandhi" userId="3108f329-0ef6-4aa9-9cd8-c73491b3ee16" providerId="ADAL" clId="{09EBAA43-0CC9-4727-9E55-248C73EC15F5}" dt="2026-09-15T07:02:34.986" v="380"/>
        <pc:sldMasterMkLst>
          <pc:docMk/>
          <pc:sldMasterMk cId="1158876184" sldId="2147483689"/>
        </pc:sldMasterMkLst>
        <pc:spChg chg="add">
          <ac:chgData name="Dhaval Gandhi" userId="3108f329-0ef6-4aa9-9cd8-c73491b3ee16" providerId="ADAL" clId="{09EBAA43-0CC9-4727-9E55-248C73EC15F5}" dt="2026-09-15T07:02:34.986" v="380"/>
          <ac:spMkLst>
            <pc:docMk/>
            <pc:sldMasterMk cId="1158876184" sldId="2147483689"/>
            <ac:spMk id="7" creationId="{3B7B0EBB-4925-AF22-93BD-A2B875DAE13D}"/>
          </ac:spMkLst>
        </pc:sp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wipro365-my.sharepoint.com/personal/dh20678481_wipro_com/Documents/Dhaval/AI/Course%20Content/SILC/Sampl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[Sample.xlsx]Sheet1!PivotTable3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rgbClr val="FF0000"/>
                </a:solidFill>
              </a:rPr>
              <a:t>Weekly</a:t>
            </a:r>
            <a:r>
              <a:rPr lang="en-US" baseline="0" dirty="0">
                <a:solidFill>
                  <a:srgbClr val="FF0000"/>
                </a:solidFill>
              </a:rPr>
              <a:t> Sales vs Expenses Report</a:t>
            </a:r>
            <a:endParaRPr lang="en-US" dirty="0">
              <a:solidFill>
                <a:srgbClr val="FF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Sheet1!$B$10</c:f>
              <c:strCache>
                <c:ptCount val="1"/>
                <c:pt idx="0">
                  <c:v>Sum of Sales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Sheet1!$A$11:$A$18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Sheet1!$B$11:$B$18</c:f>
              <c:numCache>
                <c:formatCode>General</c:formatCode>
                <c:ptCount val="7"/>
                <c:pt idx="0">
                  <c:v>6800</c:v>
                </c:pt>
                <c:pt idx="1">
                  <c:v>2500</c:v>
                </c:pt>
                <c:pt idx="2">
                  <c:v>3200</c:v>
                </c:pt>
                <c:pt idx="3">
                  <c:v>1800</c:v>
                </c:pt>
                <c:pt idx="4">
                  <c:v>4100</c:v>
                </c:pt>
                <c:pt idx="5">
                  <c:v>3200</c:v>
                </c:pt>
                <c:pt idx="6">
                  <c:v>5700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9E-4ED0-9D12-4AA6C4FA4EBC}"/>
            </c:ext>
          </c:extLst>
        </c:ser>
        <c:ser>
          <c:idx val="1"/>
          <c:order val="1"/>
          <c:tx>
            <c:strRef>
              <c:f>Sheet1!$C$10</c:f>
              <c:strCache>
                <c:ptCount val="1"/>
                <c:pt idx="0">
                  <c:v>Sum of Expenses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Sheet1!$A$11:$A$18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Sheet1!$C$11:$C$18</c:f>
              <c:numCache>
                <c:formatCode>General</c:formatCode>
                <c:ptCount val="7"/>
                <c:pt idx="0">
                  <c:v>2400</c:v>
                </c:pt>
                <c:pt idx="1">
                  <c:v>1650</c:v>
                </c:pt>
                <c:pt idx="2">
                  <c:v>1790</c:v>
                </c:pt>
                <c:pt idx="3">
                  <c:v>1275</c:v>
                </c:pt>
                <c:pt idx="4">
                  <c:v>1850</c:v>
                </c:pt>
                <c:pt idx="5">
                  <c:v>1675</c:v>
                </c:pt>
                <c:pt idx="6">
                  <c:v>2100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9E-4ED0-9D12-4AA6C4FA4E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886301360"/>
        <c:axId val="1712778672"/>
      </c:barChart>
      <c:catAx>
        <c:axId val="1886301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2778672"/>
        <c:crosses val="autoZero"/>
        <c:auto val="1"/>
        <c:lblAlgn val="ctr"/>
        <c:lblOffset val="100"/>
        <c:noMultiLvlLbl val="0"/>
      </c:catAx>
      <c:valAx>
        <c:axId val="17127786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86301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rgbClr val="FF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C3BEEB-8D72-4F10-831B-8F6BA731FD4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F9B81-52CB-4F91-8622-AD1E09604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44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F9B81-52CB-4F91-8622-AD1E09604B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21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D6DD0-8628-51C5-DE2F-052BA2BC0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2946C8-7911-25F0-E206-B304989BE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37154-1AD7-B91C-FB4E-717943D7D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FEEDC-2765-6F10-1209-170A0EB528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F9B81-52CB-4F91-8622-AD1E09604B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16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A4830-473F-93D7-2BF3-B2131480E2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7DB2AD-D963-DB55-8569-2D0367A33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0FEF2-97B3-8B17-EF9E-3939B465A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C514-2E51-4D3D-94E8-938BAEDF658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707ED-F78E-D032-EA69-ACE9486D1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58D41-AADD-BCE5-2AA4-4E2A78D1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7801-A3F7-42A8-A9EE-3656CEC84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67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92E59-64E6-2A72-42B6-D1A097DE9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40677-189D-45B9-EA08-895999B70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A9EE8-E170-ED57-82ED-B32B2490F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C514-2E51-4D3D-94E8-938BAEDF658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C8DA8-88B6-99C4-0F57-E282BFA93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160CC-BCE6-24A8-317E-CC6C00291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7801-A3F7-42A8-A9EE-3656CEC84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58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56E1A-C5E6-BB7A-E332-F35AD5B37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18B54-3CB8-754A-355E-A0E13B370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E72B4-D31C-AC58-8D41-21906206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C514-2E51-4D3D-94E8-938BAEDF658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79322-E49A-D541-CA4C-B8FABA5C5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1DCAB-1126-D128-F7FD-76981753A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7801-A3F7-42A8-A9EE-3656CEC84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434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A02D6-FBF3-2FE8-51BF-F24DC6D7B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28E94-31B0-7C62-5C27-1D828F9621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4362A-D92B-1A38-0C5F-8988F35F5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77BC7-E405-2378-94C8-F357CEBF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C514-2E51-4D3D-94E8-938BAEDF658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852C9-1D95-6461-86D2-0B8B464C2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BFBDA-98C6-1C13-C725-41E4B2F44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7801-A3F7-42A8-A9EE-3656CEC84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72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B0A94-5120-26EA-3986-DD283C4A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C73BF-2B27-3DA7-CD72-A5325B0DA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B4EAD-37C6-A458-F664-FB7CE3A50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385BC8-AE05-8FBE-32AD-934E7C753D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688E40-5BDD-39A2-6FFC-DD320487EB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C9D24C-625E-8F42-0A09-D990CFA4D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C514-2E51-4D3D-94E8-938BAEDF658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BC411A-EDB2-6C3C-CF6D-2ED5A63D6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6FCD6F-BF27-A3EF-010F-05AFB3A5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7801-A3F7-42A8-A9EE-3656CEC84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04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96D97-19F0-F15F-3A03-14E5A8C0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71839C-727E-5220-AAB8-3FD2AC84E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C514-2E51-4D3D-94E8-938BAEDF658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7D3BF-E09C-D6F8-A2AC-EDBDE8580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2E1A6-0128-98C2-6956-B48729C1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7801-A3F7-42A8-A9EE-3656CEC84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12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05538F-D6C3-AD05-92A1-D554D602F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C514-2E51-4D3D-94E8-938BAEDF658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69BE19-0075-8CF0-C162-A2D833A04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6678B-7B4F-4DD8-0AC9-9B6D8F794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7801-A3F7-42A8-A9EE-3656CEC84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993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C4FDF-2AAE-32F8-49A6-A22C268B2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174B8-CD4D-FEA5-7012-091C55402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0BAAF-61FF-C820-3759-D8C5A459E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DDF2C-534C-5B26-9057-BFB50849F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C514-2E51-4D3D-94E8-938BAEDF658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EAB06-5E72-B803-7FFC-9B26020DE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7BCA5-3AC9-8762-1B4E-A61B663BF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7801-A3F7-42A8-A9EE-3656CEC84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4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208E0-AAD8-3CA8-BE02-C0FC43DA7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2EF407-A947-5F90-B990-8D9AB1E600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7549F8-CDE1-817B-119A-8DB70A0AE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16EB9-16DC-22DC-6D6C-90EE951B1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C514-2E51-4D3D-94E8-938BAEDF658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49D6B-AEDE-1823-72A2-47242A599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D1EBD-9475-9FA4-8919-EAB57779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7801-A3F7-42A8-A9EE-3656CEC84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945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24404-EB9D-5A52-52A5-32D3C2F4E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B9E3F2-4F1A-884F-736F-097166B3B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F5BEC-B1E4-04A3-6901-46B65368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C514-2E51-4D3D-94E8-938BAEDF658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B6A0A-15AB-FF09-EC0F-D55A7B9BF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2D115-A6ED-824B-D6FA-37F07522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7801-A3F7-42A8-A9EE-3656CEC84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70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49B5C1-2F4A-4510-322B-DF95D8DF1D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831318-B42E-73E2-7968-B9C364A18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FB28C-5A07-BF48-DA61-C63E7E06B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C514-2E51-4D3D-94E8-938BAEDF658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4F984-DEBD-A69B-DE1E-8B4C9243C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E35F1-33B4-A0DF-1082-A2F3FB402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7801-A3F7-42A8-A9EE-3656CEC84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32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D7467F-E6D4-F996-372E-13B9E2A4F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61F19-6ABB-1EAA-26BF-E1E3F3DE4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ABABF-F877-0D86-3B9A-074896F522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70C514-2E51-4D3D-94E8-938BAEDF658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A3428-42AC-AB30-9E54-4DFBC8285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BC0E1-FC12-01FD-0594-F13BFBF7A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E27801-A3F7-42A8-A9EE-3656CEC8486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942F85-D3A5-A340-A011-89856078ACA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2223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- General Use</a:t>
            </a:r>
          </a:p>
        </p:txBody>
      </p:sp>
    </p:spTree>
    <p:extLst>
      <p:ext uri="{BB962C8B-B14F-4D97-AF65-F5344CB8AC3E}">
        <p14:creationId xmlns:p14="http://schemas.microsoft.com/office/powerpoint/2010/main" val="3008287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93275D6-E8A1-114B-745B-DAE8706618EF}"/>
              </a:ext>
            </a:extLst>
          </p:cNvPr>
          <p:cNvSpPr txBox="1"/>
          <p:nvPr/>
        </p:nvSpPr>
        <p:spPr>
          <a:xfrm>
            <a:off x="470514" y="1712862"/>
            <a:ext cx="285861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Monday</a:t>
            </a:r>
            <a:r>
              <a:rPr lang="en-US" sz="2800" dirty="0"/>
              <a:t>	</a:t>
            </a:r>
          </a:p>
          <a:p>
            <a:pPr algn="just"/>
            <a:r>
              <a:rPr lang="en-US" sz="2800" dirty="0"/>
              <a:t>Sale 2500	</a:t>
            </a:r>
          </a:p>
          <a:p>
            <a:pPr algn="just"/>
            <a:r>
              <a:rPr lang="en-US" sz="2800" dirty="0"/>
              <a:t>Expenses 1650</a:t>
            </a:r>
          </a:p>
          <a:p>
            <a:endParaRPr lang="en-US" sz="2800" dirty="0"/>
          </a:p>
          <a:p>
            <a:r>
              <a:rPr lang="en-US" sz="2800" b="1" dirty="0"/>
              <a:t>Tuesday</a:t>
            </a:r>
            <a:r>
              <a:rPr lang="en-US" sz="2800" dirty="0"/>
              <a:t>	</a:t>
            </a:r>
          </a:p>
          <a:p>
            <a:r>
              <a:rPr lang="en-US" sz="2800" dirty="0"/>
              <a:t>Sale 3200	</a:t>
            </a:r>
          </a:p>
          <a:p>
            <a:r>
              <a:rPr lang="en-US" sz="2800" dirty="0"/>
              <a:t>Expenses 1790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11C6E6-D5DD-D6B7-BFBC-431B8ABDE70E}"/>
              </a:ext>
            </a:extLst>
          </p:cNvPr>
          <p:cNvSpPr txBox="1"/>
          <p:nvPr/>
        </p:nvSpPr>
        <p:spPr>
          <a:xfrm>
            <a:off x="4430370" y="1712862"/>
            <a:ext cx="318921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Wednesday</a:t>
            </a:r>
            <a:r>
              <a:rPr lang="en-US" sz="2800" dirty="0"/>
              <a:t>	</a:t>
            </a:r>
          </a:p>
          <a:p>
            <a:r>
              <a:rPr lang="en-US" sz="2800" dirty="0"/>
              <a:t>Sale 1800	</a:t>
            </a:r>
          </a:p>
          <a:p>
            <a:r>
              <a:rPr lang="en-US" sz="2800" dirty="0"/>
              <a:t>Expenses 1275</a:t>
            </a:r>
          </a:p>
          <a:p>
            <a:endParaRPr lang="en-US" sz="2800" dirty="0"/>
          </a:p>
          <a:p>
            <a:r>
              <a:rPr lang="en-US" sz="2800" b="1" dirty="0"/>
              <a:t>Thursday</a:t>
            </a:r>
            <a:r>
              <a:rPr lang="en-US" sz="2800" dirty="0"/>
              <a:t>	</a:t>
            </a:r>
          </a:p>
          <a:p>
            <a:r>
              <a:rPr lang="en-US" sz="2800" dirty="0"/>
              <a:t>Sale 4100	</a:t>
            </a:r>
          </a:p>
          <a:p>
            <a:r>
              <a:rPr lang="en-US" sz="2800" dirty="0"/>
              <a:t>Expenses 1850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2E693C-F635-D62D-6B95-9B1EBC147696}"/>
              </a:ext>
            </a:extLst>
          </p:cNvPr>
          <p:cNvSpPr txBox="1"/>
          <p:nvPr/>
        </p:nvSpPr>
        <p:spPr>
          <a:xfrm>
            <a:off x="8596542" y="1676823"/>
            <a:ext cx="32729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Friday</a:t>
            </a:r>
            <a:r>
              <a:rPr lang="en-US" sz="2800" dirty="0"/>
              <a:t>	</a:t>
            </a:r>
          </a:p>
          <a:p>
            <a:r>
              <a:rPr lang="en-US" sz="2800" dirty="0"/>
              <a:t>Sale 3200	</a:t>
            </a:r>
          </a:p>
          <a:p>
            <a:r>
              <a:rPr lang="en-US" sz="2800" dirty="0"/>
              <a:t>Expenses 1675</a:t>
            </a:r>
          </a:p>
          <a:p>
            <a:endParaRPr lang="en-US" sz="2800" b="1" dirty="0"/>
          </a:p>
          <a:p>
            <a:r>
              <a:rPr lang="en-US" sz="2800" b="1" dirty="0"/>
              <a:t>Saturday</a:t>
            </a:r>
            <a:r>
              <a:rPr lang="en-US" sz="2800" dirty="0"/>
              <a:t>	</a:t>
            </a:r>
          </a:p>
          <a:p>
            <a:r>
              <a:rPr lang="en-US" sz="2800" dirty="0"/>
              <a:t>Sale 5700	</a:t>
            </a:r>
          </a:p>
          <a:p>
            <a:r>
              <a:rPr lang="en-US" sz="2800" dirty="0"/>
              <a:t>Expenses 2100</a:t>
            </a:r>
          </a:p>
          <a:p>
            <a:endParaRPr lang="en-US" sz="2800" dirty="0"/>
          </a:p>
          <a:p>
            <a:r>
              <a:rPr lang="en-US" sz="2800" b="1" dirty="0"/>
              <a:t>Sunday</a:t>
            </a:r>
            <a:r>
              <a:rPr lang="en-US" sz="2800" dirty="0"/>
              <a:t>	</a:t>
            </a:r>
          </a:p>
          <a:p>
            <a:r>
              <a:rPr lang="en-US" sz="2800" dirty="0"/>
              <a:t>Sale 6800	</a:t>
            </a:r>
          </a:p>
          <a:p>
            <a:r>
              <a:rPr lang="en-US" sz="2800" dirty="0"/>
              <a:t>Expenses 2400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A96D52-971E-358F-4266-1A95E299ED0D}"/>
              </a:ext>
            </a:extLst>
          </p:cNvPr>
          <p:cNvSpPr txBox="1"/>
          <p:nvPr/>
        </p:nvSpPr>
        <p:spPr>
          <a:xfrm>
            <a:off x="155359" y="533615"/>
            <a:ext cx="11881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i-IN" sz="3600" b="1" dirty="0"/>
              <a:t> साईकृपा स्नॅक्स सेंटर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5374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BA765-9D47-0E8B-1281-ACDBF6A0C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354B1B6-E9D0-9DCD-153A-64F99C3DFE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4567422"/>
              </p:ext>
            </p:extLst>
          </p:nvPr>
        </p:nvGraphicFramePr>
        <p:xfrm>
          <a:off x="345705" y="328473"/>
          <a:ext cx="11532094" cy="6258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7327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476</TotalTime>
  <Words>60</Words>
  <Application>Microsoft Office PowerPoint</Application>
  <PresentationFormat>Widescreen</PresentationFormat>
  <Paragraphs>29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Dhaval Gandhi</dc:creator>
  <cp:lastModifiedBy>Dhaval Gandhi</cp:lastModifiedBy>
  <cp:revision>1</cp:revision>
  <dcterms:created xsi:type="dcterms:W3CDTF">2026-09-14T09:11:29Z</dcterms:created>
  <dcterms:modified xsi:type="dcterms:W3CDTF">2026-09-15T10:46:54Z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8c544ca-bb84-4280-906e-934547e1d30c_Enabled">
    <vt:lpwstr>true</vt:lpwstr>
  </property>
  <property fmtid="{D5CDD505-2E9C-101B-9397-08002B2CF9AE}" pid="3" name="MSIP_Label_a8c544ca-bb84-4280-906e-934547e1d30c_SetDate">
    <vt:lpwstr>2026-09-14T09:12:08Z</vt:lpwstr>
  </property>
  <property fmtid="{D5CDD505-2E9C-101B-9397-08002B2CF9AE}" pid="4" name="MSIP_Label_a8c544ca-bb84-4280-906e-934547e1d30c_Method">
    <vt:lpwstr>Privileged</vt:lpwstr>
  </property>
  <property fmtid="{D5CDD505-2E9C-101B-9397-08002B2CF9AE}" pid="5" name="MSIP_Label_a8c544ca-bb84-4280-906e-934547e1d30c_Name">
    <vt:lpwstr>Internal - General Use</vt:lpwstr>
  </property>
  <property fmtid="{D5CDD505-2E9C-101B-9397-08002B2CF9AE}" pid="6" name="MSIP_Label_a8c544ca-bb84-4280-906e-934547e1d30c_SiteId">
    <vt:lpwstr>258ac4e4-146a-411e-9dc8-79a9e12fd6da</vt:lpwstr>
  </property>
  <property fmtid="{D5CDD505-2E9C-101B-9397-08002B2CF9AE}" pid="7" name="MSIP_Label_a8c544ca-bb84-4280-906e-934547e1d30c_ActionId">
    <vt:lpwstr>c351cb06-58d0-4b19-878e-6e9958a2a6ad</vt:lpwstr>
  </property>
  <property fmtid="{D5CDD505-2E9C-101B-9397-08002B2CF9AE}" pid="8" name="MSIP_Label_a8c544ca-bb84-4280-906e-934547e1d30c_ContentBits">
    <vt:lpwstr>2</vt:lpwstr>
  </property>
  <property fmtid="{D5CDD505-2E9C-101B-9397-08002B2CF9AE}" pid="9" name="MSIP_Label_a8c544ca-bb84-4280-906e-934547e1d30c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 - General Use</vt:lpwstr>
  </property>
</Properties>
</file>